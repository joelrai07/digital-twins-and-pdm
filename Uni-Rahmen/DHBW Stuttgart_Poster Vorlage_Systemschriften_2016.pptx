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4"/>
  </p:sldMasterIdLst>
  <p:sldIdLst>
    <p:sldId id="256" r:id="rId5"/>
    <p:sldId id="257" r:id="rId6"/>
    <p:sldId id="258" r:id="rId7"/>
    <p:sldId id="260" r:id="rId8"/>
  </p:sldIdLst>
  <p:sldSz cx="31000700" cy="43529250"/>
  <p:notesSz cx="7099300" cy="10234613"/>
  <p:defaultTextStyle>
    <a:defPPr>
      <a:defRPr lang="de-DE"/>
    </a:defPPr>
    <a:lvl1pPr marL="0" algn="l" defTabSz="4258627" rtl="0" eaLnBrk="1" latinLnBrk="0" hangingPunct="1">
      <a:defRPr sz="8300" kern="1200">
        <a:solidFill>
          <a:schemeClr val="tx1"/>
        </a:solidFill>
        <a:latin typeface="+mn-lt"/>
        <a:ea typeface="+mn-ea"/>
        <a:cs typeface="+mn-cs"/>
      </a:defRPr>
    </a:lvl1pPr>
    <a:lvl2pPr marL="2129312" algn="l" defTabSz="4258627" rtl="0" eaLnBrk="1" latinLnBrk="0" hangingPunct="1">
      <a:defRPr sz="8300" kern="1200">
        <a:solidFill>
          <a:schemeClr val="tx1"/>
        </a:solidFill>
        <a:latin typeface="+mn-lt"/>
        <a:ea typeface="+mn-ea"/>
        <a:cs typeface="+mn-cs"/>
      </a:defRPr>
    </a:lvl2pPr>
    <a:lvl3pPr marL="4258627" algn="l" defTabSz="4258627" rtl="0" eaLnBrk="1" latinLnBrk="0" hangingPunct="1">
      <a:defRPr sz="8300" kern="1200">
        <a:solidFill>
          <a:schemeClr val="tx1"/>
        </a:solidFill>
        <a:latin typeface="+mn-lt"/>
        <a:ea typeface="+mn-ea"/>
        <a:cs typeface="+mn-cs"/>
      </a:defRPr>
    </a:lvl3pPr>
    <a:lvl4pPr marL="6387939" algn="l" defTabSz="4258627" rtl="0" eaLnBrk="1" latinLnBrk="0" hangingPunct="1">
      <a:defRPr sz="8300" kern="1200">
        <a:solidFill>
          <a:schemeClr val="tx1"/>
        </a:solidFill>
        <a:latin typeface="+mn-lt"/>
        <a:ea typeface="+mn-ea"/>
        <a:cs typeface="+mn-cs"/>
      </a:defRPr>
    </a:lvl4pPr>
    <a:lvl5pPr marL="8517252" algn="l" defTabSz="4258627" rtl="0" eaLnBrk="1" latinLnBrk="0" hangingPunct="1">
      <a:defRPr sz="8300" kern="1200">
        <a:solidFill>
          <a:schemeClr val="tx1"/>
        </a:solidFill>
        <a:latin typeface="+mn-lt"/>
        <a:ea typeface="+mn-ea"/>
        <a:cs typeface="+mn-cs"/>
      </a:defRPr>
    </a:lvl5pPr>
    <a:lvl6pPr marL="10646565" algn="l" defTabSz="4258627" rtl="0" eaLnBrk="1" latinLnBrk="0" hangingPunct="1">
      <a:defRPr sz="8300" kern="1200">
        <a:solidFill>
          <a:schemeClr val="tx1"/>
        </a:solidFill>
        <a:latin typeface="+mn-lt"/>
        <a:ea typeface="+mn-ea"/>
        <a:cs typeface="+mn-cs"/>
      </a:defRPr>
    </a:lvl6pPr>
    <a:lvl7pPr marL="12775879" algn="l" defTabSz="4258627" rtl="0" eaLnBrk="1" latinLnBrk="0" hangingPunct="1">
      <a:defRPr sz="8300" kern="1200">
        <a:solidFill>
          <a:schemeClr val="tx1"/>
        </a:solidFill>
        <a:latin typeface="+mn-lt"/>
        <a:ea typeface="+mn-ea"/>
        <a:cs typeface="+mn-cs"/>
      </a:defRPr>
    </a:lvl7pPr>
    <a:lvl8pPr marL="14905191" algn="l" defTabSz="4258627" rtl="0" eaLnBrk="1" latinLnBrk="0" hangingPunct="1">
      <a:defRPr sz="8300" kern="1200">
        <a:solidFill>
          <a:schemeClr val="tx1"/>
        </a:solidFill>
        <a:latin typeface="+mn-lt"/>
        <a:ea typeface="+mn-ea"/>
        <a:cs typeface="+mn-cs"/>
      </a:defRPr>
    </a:lvl8pPr>
    <a:lvl9pPr marL="17034505" algn="l" defTabSz="4258627" rtl="0" eaLnBrk="1" latinLnBrk="0" hangingPunct="1">
      <a:defRPr sz="8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755">
          <p15:clr>
            <a:srgbClr val="A4A3A4"/>
          </p15:clr>
        </p15:guide>
        <p15:guide id="2" orient="horz" pos="21136">
          <p15:clr>
            <a:srgbClr val="A4A3A4"/>
          </p15:clr>
        </p15:guide>
        <p15:guide id="3" orient="horz" pos="5319">
          <p15:clr>
            <a:srgbClr val="A4A3A4"/>
          </p15:clr>
        </p15:guide>
        <p15:guide id="4" pos="13075">
          <p15:clr>
            <a:srgbClr val="A4A3A4"/>
          </p15:clr>
        </p15:guide>
        <p15:guide id="5" pos="13529">
          <p15:clr>
            <a:srgbClr val="A4A3A4"/>
          </p15:clr>
        </p15:guide>
        <p15:guide id="6" pos="18564">
          <p15:clr>
            <a:srgbClr val="A4A3A4"/>
          </p15:clr>
        </p15:guide>
        <p15:guide id="7" pos="1373">
          <p15:clr>
            <a:srgbClr val="A4A3A4"/>
          </p15:clr>
        </p15:guide>
        <p15:guide id="8" pos="6327">
          <p15:clr>
            <a:srgbClr val="A4A3A4"/>
          </p15:clr>
        </p15:guide>
        <p15:guide id="9" pos="6607">
          <p15:clr>
            <a:srgbClr val="A4A3A4"/>
          </p15:clr>
        </p15:guide>
        <p15:guide id="10" pos="5120">
          <p15:clr>
            <a:srgbClr val="A4A3A4"/>
          </p15:clr>
        </p15:guide>
        <p15:guide id="11" pos="1735">
          <p15:clr>
            <a:srgbClr val="A4A3A4"/>
          </p15:clr>
        </p15:guide>
        <p15:guide id="12" pos="19380">
          <p15:clr>
            <a:srgbClr val="A4A3A4"/>
          </p15:clr>
        </p15:guide>
        <p15:guide id="13" pos="13756">
          <p15:clr>
            <a:srgbClr val="A4A3A4"/>
          </p15:clr>
        </p15:guide>
        <p15:guide id="14" pos="1117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5D686E"/>
    <a:srgbClr val="EDED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0E33CB-AF77-47D6-BB86-3CCF7415E851}" v="35" dt="2026-06-23T09:56:16.325"/>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16" autoAdjust="0"/>
    <p:restoredTop sz="94660"/>
  </p:normalViewPr>
  <p:slideViewPr>
    <p:cSldViewPr showGuides="1">
      <p:cViewPr>
        <p:scale>
          <a:sx n="26" d="100"/>
          <a:sy n="26" d="100"/>
        </p:scale>
        <p:origin x="944" y="-176"/>
      </p:cViewPr>
      <p:guideLst>
        <p:guide orient="horz" pos="13755"/>
        <p:guide orient="horz" pos="21136"/>
        <p:guide orient="horz" pos="5319"/>
        <p:guide pos="13075"/>
        <p:guide pos="13529"/>
        <p:guide pos="18564"/>
        <p:guide pos="1373"/>
        <p:guide pos="6327"/>
        <p:guide pos="6607"/>
        <p:guide pos="5120"/>
        <p:guide pos="1735"/>
        <p:guide pos="19380"/>
        <p:guide pos="13756"/>
        <p:guide pos="1117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l Martinez" userId="12cbf0608c71f555" providerId="LiveId" clId="{50DB1A23-1240-424A-AFC1-A5DEF51688E2}"/>
    <pc:docChg chg="undo custSel modSld">
      <pc:chgData name="Joel Martinez" userId="12cbf0608c71f555" providerId="LiveId" clId="{50DB1A23-1240-424A-AFC1-A5DEF51688E2}" dt="2026-06-23T09:57:04.710" v="768" actId="1076"/>
      <pc:docMkLst>
        <pc:docMk/>
      </pc:docMkLst>
      <pc:sldChg chg="addSp delSp modSp mod">
        <pc:chgData name="Joel Martinez" userId="12cbf0608c71f555" providerId="LiveId" clId="{50DB1A23-1240-424A-AFC1-A5DEF51688E2}" dt="2026-06-23T09:57:04.710" v="768" actId="1076"/>
        <pc:sldMkLst>
          <pc:docMk/>
          <pc:sldMk cId="2259815693" sldId="256"/>
        </pc:sldMkLst>
        <pc:spChg chg="del mod">
          <ac:chgData name="Joel Martinez" userId="12cbf0608c71f555" providerId="LiveId" clId="{50DB1A23-1240-424A-AFC1-A5DEF51688E2}" dt="2026-06-23T09:35:53.688" v="389" actId="478"/>
          <ac:spMkLst>
            <pc:docMk/>
            <pc:sldMk cId="2259815693" sldId="256"/>
            <ac:spMk id="3" creationId="{00000000-0000-0000-0000-000000000000}"/>
          </ac:spMkLst>
        </pc:spChg>
        <pc:spChg chg="mod">
          <ac:chgData name="Joel Martinez" userId="12cbf0608c71f555" providerId="LiveId" clId="{50DB1A23-1240-424A-AFC1-A5DEF51688E2}" dt="2026-06-23T09:20:52.013" v="149" actId="14100"/>
          <ac:spMkLst>
            <pc:docMk/>
            <pc:sldMk cId="2259815693" sldId="256"/>
            <ac:spMk id="4" creationId="{00000000-0000-0000-0000-000000000000}"/>
          </ac:spMkLst>
        </pc:spChg>
        <pc:spChg chg="mod">
          <ac:chgData name="Joel Martinez" userId="12cbf0608c71f555" providerId="LiveId" clId="{50DB1A23-1240-424A-AFC1-A5DEF51688E2}" dt="2026-06-23T09:46:25.384" v="492" actId="20577"/>
          <ac:spMkLst>
            <pc:docMk/>
            <pc:sldMk cId="2259815693" sldId="256"/>
            <ac:spMk id="5" creationId="{00000000-0000-0000-0000-000000000000}"/>
          </ac:spMkLst>
        </pc:spChg>
        <pc:spChg chg="mod">
          <ac:chgData name="Joel Martinez" userId="12cbf0608c71f555" providerId="LiveId" clId="{50DB1A23-1240-424A-AFC1-A5DEF51688E2}" dt="2026-06-23T09:47:13.955" v="501" actId="20577"/>
          <ac:spMkLst>
            <pc:docMk/>
            <pc:sldMk cId="2259815693" sldId="256"/>
            <ac:spMk id="6" creationId="{00000000-0000-0000-0000-000000000000}"/>
          </ac:spMkLst>
        </pc:spChg>
        <pc:spChg chg="add mod">
          <ac:chgData name="Joel Martinez" userId="12cbf0608c71f555" providerId="LiveId" clId="{50DB1A23-1240-424A-AFC1-A5DEF51688E2}" dt="2026-06-23T09:16:54.958" v="120" actId="931"/>
          <ac:spMkLst>
            <pc:docMk/>
            <pc:sldMk cId="2259815693" sldId="256"/>
            <ac:spMk id="8" creationId="{8C607411-2C3E-43CA-F83D-922B877D84C2}"/>
          </ac:spMkLst>
        </pc:spChg>
        <pc:spChg chg="del">
          <ac:chgData name="Joel Martinez" userId="12cbf0608c71f555" providerId="LiveId" clId="{50DB1A23-1240-424A-AFC1-A5DEF51688E2}" dt="2026-06-23T09:18:56.243" v="121" actId="931"/>
          <ac:spMkLst>
            <pc:docMk/>
            <pc:sldMk cId="2259815693" sldId="256"/>
            <ac:spMk id="16" creationId="{00000000-0000-0000-0000-000000000000}"/>
          </ac:spMkLst>
        </pc:spChg>
        <pc:spChg chg="mod">
          <ac:chgData name="Joel Martinez" userId="12cbf0608c71f555" providerId="LiveId" clId="{50DB1A23-1240-424A-AFC1-A5DEF51688E2}" dt="2026-06-23T09:34:30.476" v="345" actId="14100"/>
          <ac:spMkLst>
            <pc:docMk/>
            <pc:sldMk cId="2259815693" sldId="256"/>
            <ac:spMk id="17" creationId="{00000000-0000-0000-0000-000000000000}"/>
          </ac:spMkLst>
        </pc:spChg>
        <pc:spChg chg="mod">
          <ac:chgData name="Joel Martinez" userId="12cbf0608c71f555" providerId="LiveId" clId="{50DB1A23-1240-424A-AFC1-A5DEF51688E2}" dt="2026-06-23T09:56:26.319" v="766" actId="20577"/>
          <ac:spMkLst>
            <pc:docMk/>
            <pc:sldMk cId="2259815693" sldId="256"/>
            <ac:spMk id="18" creationId="{00000000-0000-0000-0000-000000000000}"/>
          </ac:spMkLst>
        </pc:spChg>
        <pc:spChg chg="add del">
          <ac:chgData name="Joel Martinez" userId="12cbf0608c71f555" providerId="LiveId" clId="{50DB1A23-1240-424A-AFC1-A5DEF51688E2}" dt="2026-06-23T09:19:32.308" v="122" actId="931"/>
          <ac:spMkLst>
            <pc:docMk/>
            <pc:sldMk cId="2259815693" sldId="256"/>
            <ac:spMk id="19" creationId="{00000000-0000-0000-0000-000000000000}"/>
          </ac:spMkLst>
        </pc:spChg>
        <pc:spChg chg="del">
          <ac:chgData name="Joel Martinez" userId="12cbf0608c71f555" providerId="LiveId" clId="{50DB1A23-1240-424A-AFC1-A5DEF51688E2}" dt="2026-06-23T09:19:38.633" v="123" actId="931"/>
          <ac:spMkLst>
            <pc:docMk/>
            <pc:sldMk cId="2259815693" sldId="256"/>
            <ac:spMk id="20" creationId="{00000000-0000-0000-0000-000000000000}"/>
          </ac:spMkLst>
        </pc:spChg>
        <pc:spChg chg="del">
          <ac:chgData name="Joel Martinez" userId="12cbf0608c71f555" providerId="LiveId" clId="{50DB1A23-1240-424A-AFC1-A5DEF51688E2}" dt="2026-06-23T09:19:46.798" v="124" actId="931"/>
          <ac:spMkLst>
            <pc:docMk/>
            <pc:sldMk cId="2259815693" sldId="256"/>
            <ac:spMk id="21" creationId="{00000000-0000-0000-0000-000000000000}"/>
          </ac:spMkLst>
        </pc:spChg>
        <pc:spChg chg="del mod">
          <ac:chgData name="Joel Martinez" userId="12cbf0608c71f555" providerId="LiveId" clId="{50DB1A23-1240-424A-AFC1-A5DEF51688E2}" dt="2026-06-23T09:45:45.964" v="481" actId="478"/>
          <ac:spMkLst>
            <pc:docMk/>
            <pc:sldMk cId="2259815693" sldId="256"/>
            <ac:spMk id="22" creationId="{00000000-0000-0000-0000-000000000000}"/>
          </ac:spMkLst>
        </pc:spChg>
        <pc:spChg chg="del mod">
          <ac:chgData name="Joel Martinez" userId="12cbf0608c71f555" providerId="LiveId" clId="{50DB1A23-1240-424A-AFC1-A5DEF51688E2}" dt="2026-06-23T09:45:47.596" v="482" actId="478"/>
          <ac:spMkLst>
            <pc:docMk/>
            <pc:sldMk cId="2259815693" sldId="256"/>
            <ac:spMk id="23" creationId="{00000000-0000-0000-0000-000000000000}"/>
          </ac:spMkLst>
        </pc:spChg>
        <pc:spChg chg="del mod">
          <ac:chgData name="Joel Martinez" userId="12cbf0608c71f555" providerId="LiveId" clId="{50DB1A23-1240-424A-AFC1-A5DEF51688E2}" dt="2026-06-23T09:45:43.755" v="480" actId="478"/>
          <ac:spMkLst>
            <pc:docMk/>
            <pc:sldMk cId="2259815693" sldId="256"/>
            <ac:spMk id="24" creationId="{00000000-0000-0000-0000-000000000000}"/>
          </ac:spMkLst>
        </pc:spChg>
        <pc:spChg chg="mod">
          <ac:chgData name="Joel Martinez" userId="12cbf0608c71f555" providerId="LiveId" clId="{50DB1A23-1240-424A-AFC1-A5DEF51688E2}" dt="2026-06-23T09:47:54.532" v="508" actId="14100"/>
          <ac:spMkLst>
            <pc:docMk/>
            <pc:sldMk cId="2259815693" sldId="256"/>
            <ac:spMk id="26" creationId="{00000000-0000-0000-0000-000000000000}"/>
          </ac:spMkLst>
        </pc:spChg>
        <pc:spChg chg="add del mod">
          <ac:chgData name="Joel Martinez" userId="12cbf0608c71f555" providerId="LiveId" clId="{50DB1A23-1240-424A-AFC1-A5DEF51688E2}" dt="2026-06-23T09:25:44.787" v="289" actId="478"/>
          <ac:spMkLst>
            <pc:docMk/>
            <pc:sldMk cId="2259815693" sldId="256"/>
            <ac:spMk id="28" creationId="{CA427DF1-34E6-716C-0AC7-5507543B7F8F}"/>
          </ac:spMkLst>
        </pc:spChg>
        <pc:spChg chg="del mod">
          <ac:chgData name="Joel Martinez" userId="12cbf0608c71f555" providerId="LiveId" clId="{50DB1A23-1240-424A-AFC1-A5DEF51688E2}" dt="2026-06-23T09:35:55.650" v="391" actId="478"/>
          <ac:spMkLst>
            <pc:docMk/>
            <pc:sldMk cId="2259815693" sldId="256"/>
            <ac:spMk id="32" creationId="{00000000-0000-0000-0000-000000000000}"/>
          </ac:spMkLst>
        </pc:spChg>
        <pc:spChg chg="add mod">
          <ac:chgData name="Joel Martinez" userId="12cbf0608c71f555" providerId="LiveId" clId="{50DB1A23-1240-424A-AFC1-A5DEF51688E2}" dt="2026-06-23T09:51:28.947" v="700" actId="20577"/>
          <ac:spMkLst>
            <pc:docMk/>
            <pc:sldMk cId="2259815693" sldId="256"/>
            <ac:spMk id="34" creationId="{2F69AE73-3DCA-7BA6-7691-9BCDBC1383DB}"/>
          </ac:spMkLst>
        </pc:spChg>
        <pc:spChg chg="add del mod">
          <ac:chgData name="Joel Martinez" userId="12cbf0608c71f555" providerId="LiveId" clId="{50DB1A23-1240-424A-AFC1-A5DEF51688E2}" dt="2026-06-23T09:50:52.434" v="640" actId="478"/>
          <ac:spMkLst>
            <pc:docMk/>
            <pc:sldMk cId="2259815693" sldId="256"/>
            <ac:spMk id="35" creationId="{C8679D0B-FAA6-272C-32A2-B3B6562B8E54}"/>
          </ac:spMkLst>
        </pc:spChg>
        <pc:spChg chg="mod">
          <ac:chgData name="Joel Martinez" userId="12cbf0608c71f555" providerId="LiveId" clId="{50DB1A23-1240-424A-AFC1-A5DEF51688E2}" dt="2026-06-23T09:21:25.797" v="176" actId="20577"/>
          <ac:spMkLst>
            <pc:docMk/>
            <pc:sldMk cId="2259815693" sldId="256"/>
            <ac:spMk id="39" creationId="{00000000-0000-0000-0000-000000000000}"/>
          </ac:spMkLst>
        </pc:spChg>
        <pc:spChg chg="mod">
          <ac:chgData name="Joel Martinez" userId="12cbf0608c71f555" providerId="LiveId" clId="{50DB1A23-1240-424A-AFC1-A5DEF51688E2}" dt="2026-06-23T09:56:08.342" v="763" actId="20577"/>
          <ac:spMkLst>
            <pc:docMk/>
            <pc:sldMk cId="2259815693" sldId="256"/>
            <ac:spMk id="40" creationId="{00000000-0000-0000-0000-000000000000}"/>
          </ac:spMkLst>
        </pc:spChg>
        <pc:spChg chg="mod">
          <ac:chgData name="Joel Martinez" userId="12cbf0608c71f555" providerId="LiveId" clId="{50DB1A23-1240-424A-AFC1-A5DEF51688E2}" dt="2026-06-23T09:51:34.994" v="711" actId="20577"/>
          <ac:spMkLst>
            <pc:docMk/>
            <pc:sldMk cId="2259815693" sldId="256"/>
            <ac:spMk id="56" creationId="{00000000-0000-0000-0000-000000000000}"/>
          </ac:spMkLst>
        </pc:spChg>
        <pc:spChg chg="mod">
          <ac:chgData name="Joel Martinez" userId="12cbf0608c71f555" providerId="LiveId" clId="{50DB1A23-1240-424A-AFC1-A5DEF51688E2}" dt="2026-06-23T09:55:04.980" v="736" actId="6549"/>
          <ac:spMkLst>
            <pc:docMk/>
            <pc:sldMk cId="2259815693" sldId="256"/>
            <ac:spMk id="57" creationId="{00000000-0000-0000-0000-000000000000}"/>
          </ac:spMkLst>
        </pc:spChg>
        <pc:picChg chg="add mod">
          <ac:chgData name="Joel Martinez" userId="12cbf0608c71f555" providerId="LiveId" clId="{50DB1A23-1240-424A-AFC1-A5DEF51688E2}" dt="2026-06-23T09:16:54.958" v="120" actId="931"/>
          <ac:picMkLst>
            <pc:docMk/>
            <pc:sldMk cId="2259815693" sldId="256"/>
            <ac:picMk id="7" creationId="{853EDEFB-1413-5FC3-1868-6290CCE2FDCC}"/>
          </ac:picMkLst>
        </pc:picChg>
        <pc:picChg chg="add del mod ord modCrop">
          <ac:chgData name="Joel Martinez" userId="12cbf0608c71f555" providerId="LiveId" clId="{50DB1A23-1240-424A-AFC1-A5DEF51688E2}" dt="2026-06-23T09:25:44.787" v="289" actId="478"/>
          <ac:picMkLst>
            <pc:docMk/>
            <pc:sldMk cId="2259815693" sldId="256"/>
            <ac:picMk id="10" creationId="{0A25BBBA-215A-0C38-8502-65EAF169D803}"/>
          </ac:picMkLst>
        </pc:picChg>
        <pc:picChg chg="add mod ord modCrop">
          <ac:chgData name="Joel Martinez" userId="12cbf0608c71f555" providerId="LiveId" clId="{50DB1A23-1240-424A-AFC1-A5DEF51688E2}" dt="2026-06-23T09:24:27.806" v="275" actId="1076"/>
          <ac:picMkLst>
            <pc:docMk/>
            <pc:sldMk cId="2259815693" sldId="256"/>
            <ac:picMk id="12" creationId="{F997814E-F9D3-E744-C05E-7F0F04B77008}"/>
          </ac:picMkLst>
        </pc:picChg>
        <pc:picChg chg="add mod ord">
          <ac:chgData name="Joel Martinez" userId="12cbf0608c71f555" providerId="LiveId" clId="{50DB1A23-1240-424A-AFC1-A5DEF51688E2}" dt="2026-06-23T09:19:38.633" v="123" actId="931"/>
          <ac:picMkLst>
            <pc:docMk/>
            <pc:sldMk cId="2259815693" sldId="256"/>
            <ac:picMk id="14" creationId="{F5DBD4AC-54D7-7FEB-DA6E-79E89A85D039}"/>
          </ac:picMkLst>
        </pc:picChg>
        <pc:picChg chg="add mod ord modCrop">
          <ac:chgData name="Joel Martinez" userId="12cbf0608c71f555" providerId="LiveId" clId="{50DB1A23-1240-424A-AFC1-A5DEF51688E2}" dt="2026-06-23T09:24:45.405" v="281" actId="1076"/>
          <ac:picMkLst>
            <pc:docMk/>
            <pc:sldMk cId="2259815693" sldId="256"/>
            <ac:picMk id="25" creationId="{49808FA1-334A-15B3-B3FF-3A5C21890F24}"/>
          </ac:picMkLst>
        </pc:picChg>
        <pc:picChg chg="add del mod ord">
          <ac:chgData name="Joel Martinez" userId="12cbf0608c71f555" providerId="LiveId" clId="{50DB1A23-1240-424A-AFC1-A5DEF51688E2}" dt="2026-06-23T09:25:44.562" v="288" actId="931"/>
          <ac:picMkLst>
            <pc:docMk/>
            <pc:sldMk cId="2259815693" sldId="256"/>
            <ac:picMk id="30" creationId="{962ADDE6-D2BD-8994-7226-B58081A241B4}"/>
          </ac:picMkLst>
        </pc:picChg>
        <pc:picChg chg="add mod ord">
          <ac:chgData name="Joel Martinez" userId="12cbf0608c71f555" providerId="LiveId" clId="{50DB1A23-1240-424A-AFC1-A5DEF51688E2}" dt="2026-06-23T09:46:41.284" v="497" actId="167"/>
          <ac:picMkLst>
            <pc:docMk/>
            <pc:sldMk cId="2259815693" sldId="256"/>
            <ac:picMk id="33" creationId="{FCBEABFC-64A0-0766-0322-48F97ECA2D75}"/>
          </ac:picMkLst>
        </pc:picChg>
        <pc:picChg chg="add mod">
          <ac:chgData name="Joel Martinez" userId="12cbf0608c71f555" providerId="LiveId" clId="{50DB1A23-1240-424A-AFC1-A5DEF51688E2}" dt="2026-06-23T09:57:04.710" v="768" actId="1076"/>
          <ac:picMkLst>
            <pc:docMk/>
            <pc:sldMk cId="2259815693" sldId="256"/>
            <ac:picMk id="37" creationId="{35EC58EC-0A78-9535-AEBD-3DB0ED014535}"/>
          </ac:picMkLst>
        </pc:picChg>
        <pc:picChg chg="mod">
          <ac:chgData name="Joel Martinez" userId="12cbf0608c71f555" providerId="LiveId" clId="{50DB1A23-1240-424A-AFC1-A5DEF51688E2}" dt="2026-06-23T09:47:26.449" v="505" actId="1036"/>
          <ac:picMkLst>
            <pc:docMk/>
            <pc:sldMk cId="2259815693" sldId="256"/>
            <ac:picMk id="48" creationId="{00000000-0000-0000-0000-000000000000}"/>
          </ac:picMkLst>
        </pc:picChg>
        <pc:picChg chg="del">
          <ac:chgData name="Joel Martinez" userId="12cbf0608c71f555" providerId="LiveId" clId="{50DB1A23-1240-424A-AFC1-A5DEF51688E2}" dt="2026-06-23T09:35:47.237" v="386" actId="478"/>
          <ac:picMkLst>
            <pc:docMk/>
            <pc:sldMk cId="2259815693" sldId="256"/>
            <ac:picMk id="1026" creationId="{00000000-0000-0000-0000-000000000000}"/>
          </ac:picMkLst>
        </pc:picChg>
        <pc:picChg chg="del mod">
          <ac:chgData name="Joel Martinez" userId="12cbf0608c71f555" providerId="LiveId" clId="{50DB1A23-1240-424A-AFC1-A5DEF51688E2}" dt="2026-06-23T09:46:47.260" v="499" actId="478"/>
          <ac:picMkLst>
            <pc:docMk/>
            <pc:sldMk cId="2259815693" sldId="256"/>
            <ac:picMk id="2050" creationId="{00000000-0000-0000-0000-000000000000}"/>
          </ac:picMkLst>
        </pc:picChg>
        <pc:picChg chg="del">
          <ac:chgData name="Joel Martinez" userId="12cbf0608c71f555" providerId="LiveId" clId="{50DB1A23-1240-424A-AFC1-A5DEF51688E2}" dt="2026-06-23T09:35:47.974" v="387" actId="478"/>
          <ac:picMkLst>
            <pc:docMk/>
            <pc:sldMk cId="2259815693" sldId="256"/>
            <ac:picMk id="2051" creationId="{00000000-0000-0000-0000-000000000000}"/>
          </ac:picMkLst>
        </pc:picChg>
        <pc:cxnChg chg="add del mod">
          <ac:chgData name="Joel Martinez" userId="12cbf0608c71f555" providerId="LiveId" clId="{50DB1A23-1240-424A-AFC1-A5DEF51688E2}" dt="2026-06-23T09:55:14.363" v="737" actId="1076"/>
          <ac:cxnSpMkLst>
            <pc:docMk/>
            <pc:sldMk cId="2259815693" sldId="256"/>
            <ac:cxnSpMk id="58" creationId="{00000000-0000-0000-0000-000000000000}"/>
          </ac:cxnSpMkLst>
        </pc:cxnChg>
        <pc:cxnChg chg="add del mod">
          <ac:chgData name="Joel Martinez" userId="12cbf0608c71f555" providerId="LiveId" clId="{50DB1A23-1240-424A-AFC1-A5DEF51688E2}" dt="2026-06-23T09:55:22.672" v="742" actId="1036"/>
          <ac:cxnSpMkLst>
            <pc:docMk/>
            <pc:sldMk cId="2259815693" sldId="256"/>
            <ac:cxnSpMk id="59" creationId="{00000000-0000-0000-0000-000000000000}"/>
          </ac:cxnSpMkLst>
        </pc:cxnChg>
        <pc:cxnChg chg="mod">
          <ac:chgData name="Joel Martinez" userId="12cbf0608c71f555" providerId="LiveId" clId="{50DB1A23-1240-424A-AFC1-A5DEF51688E2}" dt="2026-06-23T09:44:43.546" v="445" actId="1036"/>
          <ac:cxnSpMkLst>
            <pc:docMk/>
            <pc:sldMk cId="2259815693" sldId="256"/>
            <ac:cxnSpMk id="71" creationId="{00000000-0000-0000-0000-000000000000}"/>
          </ac:cxnSpMkLst>
        </pc:cxnChg>
        <pc:cxnChg chg="mod">
          <ac:chgData name="Joel Martinez" userId="12cbf0608c71f555" providerId="LiveId" clId="{50DB1A23-1240-424A-AFC1-A5DEF51688E2}" dt="2026-06-23T09:44:54.636" v="460" actId="1038"/>
          <ac:cxnSpMkLst>
            <pc:docMk/>
            <pc:sldMk cId="2259815693" sldId="256"/>
            <ac:cxnSpMk id="72" creationId="{00000000-0000-0000-0000-000000000000}"/>
          </ac:cxnSpMkLst>
        </pc:cxnChg>
        <pc:cxnChg chg="mod">
          <ac:chgData name="Joel Martinez" userId="12cbf0608c71f555" providerId="LiveId" clId="{50DB1A23-1240-424A-AFC1-A5DEF51688E2}" dt="2026-06-23T09:45:06.941" v="465" actId="1035"/>
          <ac:cxnSpMkLst>
            <pc:docMk/>
            <pc:sldMk cId="2259815693" sldId="256"/>
            <ac:cxnSpMk id="73" creationId="{00000000-0000-0000-0000-000000000000}"/>
          </ac:cxnSpMkLst>
        </pc:cxnChg>
        <pc:cxnChg chg="del mod">
          <ac:chgData name="Joel Martinez" userId="12cbf0608c71f555" providerId="LiveId" clId="{50DB1A23-1240-424A-AFC1-A5DEF51688E2}" dt="2026-06-23T09:34:54.770" v="350" actId="478"/>
          <ac:cxnSpMkLst>
            <pc:docMk/>
            <pc:sldMk cId="2259815693" sldId="256"/>
            <ac:cxnSpMk id="78" creationId="{00000000-0000-0000-0000-000000000000}"/>
          </ac:cxnSpMkLst>
        </pc:cxnChg>
        <pc:cxnChg chg="mod">
          <ac:chgData name="Joel Martinez" userId="12cbf0608c71f555" providerId="LiveId" clId="{50DB1A23-1240-424A-AFC1-A5DEF51688E2}" dt="2026-06-23T09:34:50.731" v="349" actId="1076"/>
          <ac:cxnSpMkLst>
            <pc:docMk/>
            <pc:sldMk cId="2259815693" sldId="256"/>
            <ac:cxnSpMk id="79" creationId="{00000000-0000-0000-0000-000000000000}"/>
          </ac:cxnSpMkLst>
        </pc:cxnChg>
        <pc:cxnChg chg="mod">
          <ac:chgData name="Joel Martinez" userId="12cbf0608c71f555" providerId="LiveId" clId="{50DB1A23-1240-424A-AFC1-A5DEF51688E2}" dt="2026-06-23T09:34:44.356" v="348" actId="1076"/>
          <ac:cxnSpMkLst>
            <pc:docMk/>
            <pc:sldMk cId="2259815693" sldId="256"/>
            <ac:cxnSpMk id="80" creationId="{00000000-0000-0000-0000-000000000000}"/>
          </ac:cxnSpMkLst>
        </pc:cxn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l">
              <a:defRPr sz="2000" b="0">
                <a:solidFill>
                  <a:schemeClr val="accent1"/>
                </a:solidFill>
                <a:latin typeface="+mn-lt"/>
              </a:defRPr>
            </a:pPr>
            <a:r>
              <a:rPr lang="de-DE" sz="2000" b="0" dirty="0">
                <a:solidFill>
                  <a:schemeClr val="accent1"/>
                </a:solidFill>
                <a:latin typeface="Arial" panose="020B0604020202020204" pitchFamily="34" charset="0"/>
                <a:cs typeface="Arial" panose="020B0604020202020204" pitchFamily="34" charset="0"/>
              </a:rPr>
              <a:t>» Titel Diagramm </a:t>
            </a:r>
          </a:p>
        </c:rich>
      </c:tx>
      <c:layout>
        <c:manualLayout>
          <c:xMode val="edge"/>
          <c:yMode val="edge"/>
          <c:x val="1.0690843345080871E-3"/>
          <c:y val="1.5561996379487247E-2"/>
        </c:manualLayout>
      </c:layout>
      <c:overlay val="0"/>
    </c:title>
    <c:autoTitleDeleted val="0"/>
    <c:plotArea>
      <c:layout>
        <c:manualLayout>
          <c:layoutTarget val="inner"/>
          <c:xMode val="edge"/>
          <c:yMode val="edge"/>
          <c:x val="8.4830793821321415E-2"/>
          <c:y val="0.17636929230085546"/>
          <c:w val="0.67031286438612814"/>
          <c:h val="0.71888131710855652"/>
        </c:manualLayout>
      </c:layout>
      <c:barChart>
        <c:barDir val="col"/>
        <c:grouping val="clustered"/>
        <c:varyColors val="0"/>
        <c:ser>
          <c:idx val="0"/>
          <c:order val="0"/>
          <c:tx>
            <c:strRef>
              <c:f>Tabelle1!$B$1</c:f>
              <c:strCache>
                <c:ptCount val="1"/>
                <c:pt idx="0">
                  <c:v>Datenreihe 1</c:v>
                </c:pt>
              </c:strCache>
            </c:strRef>
          </c:tx>
          <c:invertIfNegative val="0"/>
          <c:cat>
            <c:strRef>
              <c:f>Tabelle1!$A$2:$A$3</c:f>
              <c:strCache>
                <c:ptCount val="2"/>
                <c:pt idx="0">
                  <c:v>Kategorie 1</c:v>
                </c:pt>
                <c:pt idx="1">
                  <c:v>Kategorie 2</c:v>
                </c:pt>
              </c:strCache>
            </c:strRef>
          </c:cat>
          <c:val>
            <c:numRef>
              <c:f>Tabelle1!$B$2:$B$3</c:f>
              <c:numCache>
                <c:formatCode>General</c:formatCode>
                <c:ptCount val="2"/>
                <c:pt idx="0">
                  <c:v>4.3</c:v>
                </c:pt>
                <c:pt idx="1">
                  <c:v>2.5</c:v>
                </c:pt>
              </c:numCache>
            </c:numRef>
          </c:val>
          <c:extLst>
            <c:ext xmlns:c16="http://schemas.microsoft.com/office/drawing/2014/chart" uri="{C3380CC4-5D6E-409C-BE32-E72D297353CC}">
              <c16:uniqueId val="{00000000-FDE9-46B9-A60F-5B36B26DD8D4}"/>
            </c:ext>
          </c:extLst>
        </c:ser>
        <c:ser>
          <c:idx val="1"/>
          <c:order val="1"/>
          <c:tx>
            <c:strRef>
              <c:f>Tabelle1!$C$1</c:f>
              <c:strCache>
                <c:ptCount val="1"/>
                <c:pt idx="0">
                  <c:v>Datenreihe 2</c:v>
                </c:pt>
              </c:strCache>
            </c:strRef>
          </c:tx>
          <c:invertIfNegative val="0"/>
          <c:cat>
            <c:strRef>
              <c:f>Tabelle1!$A$2:$A$3</c:f>
              <c:strCache>
                <c:ptCount val="2"/>
                <c:pt idx="0">
                  <c:v>Kategorie 1</c:v>
                </c:pt>
                <c:pt idx="1">
                  <c:v>Kategorie 2</c:v>
                </c:pt>
              </c:strCache>
            </c:strRef>
          </c:cat>
          <c:val>
            <c:numRef>
              <c:f>Tabelle1!$C$2:$C$3</c:f>
              <c:numCache>
                <c:formatCode>General</c:formatCode>
                <c:ptCount val="2"/>
                <c:pt idx="0">
                  <c:v>2.4</c:v>
                </c:pt>
                <c:pt idx="1">
                  <c:v>4.4000000000000004</c:v>
                </c:pt>
              </c:numCache>
            </c:numRef>
          </c:val>
          <c:extLst>
            <c:ext xmlns:c16="http://schemas.microsoft.com/office/drawing/2014/chart" uri="{C3380CC4-5D6E-409C-BE32-E72D297353CC}">
              <c16:uniqueId val="{00000001-FDE9-46B9-A60F-5B36B26DD8D4}"/>
            </c:ext>
          </c:extLst>
        </c:ser>
        <c:ser>
          <c:idx val="2"/>
          <c:order val="2"/>
          <c:tx>
            <c:strRef>
              <c:f>Tabelle1!$D$1</c:f>
              <c:strCache>
                <c:ptCount val="1"/>
                <c:pt idx="0">
                  <c:v>Datenreihe 3</c:v>
                </c:pt>
              </c:strCache>
            </c:strRef>
          </c:tx>
          <c:invertIfNegative val="0"/>
          <c:cat>
            <c:strRef>
              <c:f>Tabelle1!$A$2:$A$3</c:f>
              <c:strCache>
                <c:ptCount val="2"/>
                <c:pt idx="0">
                  <c:v>Kategorie 1</c:v>
                </c:pt>
                <c:pt idx="1">
                  <c:v>Kategorie 2</c:v>
                </c:pt>
              </c:strCache>
            </c:strRef>
          </c:cat>
          <c:val>
            <c:numRef>
              <c:f>Tabelle1!$D$2:$D$3</c:f>
              <c:numCache>
                <c:formatCode>General</c:formatCode>
                <c:ptCount val="2"/>
                <c:pt idx="0">
                  <c:v>2</c:v>
                </c:pt>
                <c:pt idx="1">
                  <c:v>2</c:v>
                </c:pt>
              </c:numCache>
            </c:numRef>
          </c:val>
          <c:extLst>
            <c:ext xmlns:c16="http://schemas.microsoft.com/office/drawing/2014/chart" uri="{C3380CC4-5D6E-409C-BE32-E72D297353CC}">
              <c16:uniqueId val="{00000002-FDE9-46B9-A60F-5B36B26DD8D4}"/>
            </c:ext>
          </c:extLst>
        </c:ser>
        <c:ser>
          <c:idx val="3"/>
          <c:order val="3"/>
          <c:tx>
            <c:strRef>
              <c:f>Tabelle1!$E$1</c:f>
              <c:strCache>
                <c:ptCount val="1"/>
                <c:pt idx="0">
                  <c:v>Datenreihe 4</c:v>
                </c:pt>
              </c:strCache>
            </c:strRef>
          </c:tx>
          <c:invertIfNegative val="0"/>
          <c:cat>
            <c:strRef>
              <c:f>Tabelle1!$A$2:$A$3</c:f>
              <c:strCache>
                <c:ptCount val="2"/>
                <c:pt idx="0">
                  <c:v>Kategorie 1</c:v>
                </c:pt>
                <c:pt idx="1">
                  <c:v>Kategorie 2</c:v>
                </c:pt>
              </c:strCache>
            </c:strRef>
          </c:cat>
          <c:val>
            <c:numRef>
              <c:f>Tabelle1!$E$2:$E$3</c:f>
              <c:numCache>
                <c:formatCode>General</c:formatCode>
                <c:ptCount val="2"/>
                <c:pt idx="0">
                  <c:v>3.4</c:v>
                </c:pt>
                <c:pt idx="1">
                  <c:v>3.2</c:v>
                </c:pt>
              </c:numCache>
            </c:numRef>
          </c:val>
          <c:extLst>
            <c:ext xmlns:c16="http://schemas.microsoft.com/office/drawing/2014/chart" uri="{C3380CC4-5D6E-409C-BE32-E72D297353CC}">
              <c16:uniqueId val="{00000003-FDE9-46B9-A60F-5B36B26DD8D4}"/>
            </c:ext>
          </c:extLst>
        </c:ser>
        <c:dLbls>
          <c:showLegendKey val="0"/>
          <c:showVal val="0"/>
          <c:showCatName val="0"/>
          <c:showSerName val="0"/>
          <c:showPercent val="0"/>
          <c:showBubbleSize val="0"/>
        </c:dLbls>
        <c:gapWidth val="150"/>
        <c:axId val="117732864"/>
        <c:axId val="117734400"/>
      </c:barChart>
      <c:catAx>
        <c:axId val="117732864"/>
        <c:scaling>
          <c:orientation val="minMax"/>
        </c:scaling>
        <c:delete val="0"/>
        <c:axPos val="b"/>
        <c:numFmt formatCode="General" sourceLinked="0"/>
        <c:majorTickMark val="none"/>
        <c:minorTickMark val="none"/>
        <c:tickLblPos val="nextTo"/>
        <c:txPr>
          <a:bodyPr/>
          <a:lstStyle/>
          <a:p>
            <a:pPr>
              <a:defRPr>
                <a:latin typeface="Arial" panose="020B0604020202020204" pitchFamily="34" charset="0"/>
                <a:cs typeface="Arial" panose="020B0604020202020204" pitchFamily="34" charset="0"/>
              </a:defRPr>
            </a:pPr>
            <a:endParaRPr lang="de-DE"/>
          </a:p>
        </c:txPr>
        <c:crossAx val="117734400"/>
        <c:crosses val="autoZero"/>
        <c:auto val="1"/>
        <c:lblAlgn val="ctr"/>
        <c:lblOffset val="100"/>
        <c:noMultiLvlLbl val="0"/>
      </c:catAx>
      <c:valAx>
        <c:axId val="117734400"/>
        <c:scaling>
          <c:orientation val="minMax"/>
        </c:scaling>
        <c:delete val="0"/>
        <c:axPos val="l"/>
        <c:majorGridlines/>
        <c:numFmt formatCode="General" sourceLinked="1"/>
        <c:majorTickMark val="none"/>
        <c:minorTickMark val="none"/>
        <c:tickLblPos val="nextTo"/>
        <c:spPr>
          <a:ln>
            <a:noFill/>
          </a:ln>
        </c:spPr>
        <c:txPr>
          <a:bodyPr/>
          <a:lstStyle/>
          <a:p>
            <a:pPr>
              <a:defRPr>
                <a:latin typeface="Arial" panose="020B0604020202020204" pitchFamily="34" charset="0"/>
                <a:cs typeface="Arial" panose="020B0604020202020204" pitchFamily="34" charset="0"/>
              </a:defRPr>
            </a:pPr>
            <a:endParaRPr lang="de-DE"/>
          </a:p>
        </c:txPr>
        <c:crossAx val="117732864"/>
        <c:crosses val="autoZero"/>
        <c:crossBetween val="between"/>
        <c:majorUnit val="1"/>
        <c:minorUnit val="0.1"/>
      </c:valAx>
      <c:spPr>
        <a:noFill/>
        <a:ln>
          <a:noFill/>
        </a:ln>
      </c:spPr>
    </c:plotArea>
    <c:legend>
      <c:legendPos val="r"/>
      <c:legendEntry>
        <c:idx val="0"/>
        <c:txPr>
          <a:bodyPr/>
          <a:lstStyle/>
          <a:p>
            <a:pPr>
              <a:defRPr sz="1800">
                <a:latin typeface="Arial" panose="020B0604020202020204" pitchFamily="34" charset="0"/>
                <a:cs typeface="Arial" panose="020B0604020202020204" pitchFamily="34" charset="0"/>
              </a:defRPr>
            </a:pPr>
            <a:endParaRPr lang="de-DE"/>
          </a:p>
        </c:txPr>
      </c:legendEntry>
      <c:legendEntry>
        <c:idx val="1"/>
        <c:txPr>
          <a:bodyPr/>
          <a:lstStyle/>
          <a:p>
            <a:pPr>
              <a:defRPr sz="1800">
                <a:latin typeface="Arial" panose="020B0604020202020204" pitchFamily="34" charset="0"/>
                <a:cs typeface="Arial" panose="020B0604020202020204" pitchFamily="34" charset="0"/>
              </a:defRPr>
            </a:pPr>
            <a:endParaRPr lang="de-DE"/>
          </a:p>
        </c:txPr>
      </c:legendEntry>
      <c:legendEntry>
        <c:idx val="2"/>
        <c:txPr>
          <a:bodyPr/>
          <a:lstStyle/>
          <a:p>
            <a:pPr>
              <a:defRPr sz="1800">
                <a:latin typeface="Arial" panose="020B0604020202020204" pitchFamily="34" charset="0"/>
                <a:cs typeface="Arial" panose="020B0604020202020204" pitchFamily="34" charset="0"/>
              </a:defRPr>
            </a:pPr>
            <a:endParaRPr lang="de-DE"/>
          </a:p>
        </c:txPr>
      </c:legendEntry>
      <c:legendEntry>
        <c:idx val="3"/>
        <c:txPr>
          <a:bodyPr/>
          <a:lstStyle/>
          <a:p>
            <a:pPr>
              <a:defRPr sz="1800">
                <a:latin typeface="Arial" panose="020B0604020202020204" pitchFamily="34" charset="0"/>
                <a:cs typeface="Arial" panose="020B0604020202020204" pitchFamily="34" charset="0"/>
              </a:defRPr>
            </a:pPr>
            <a:endParaRPr lang="de-DE"/>
          </a:p>
        </c:txPr>
      </c:legendEntry>
      <c:layout>
        <c:manualLayout>
          <c:xMode val="edge"/>
          <c:yMode val="edge"/>
          <c:x val="0.75350753992689345"/>
          <c:y val="0.55987161557212595"/>
          <c:w val="0.23650909900821462"/>
          <c:h val="0.35230399236686122"/>
        </c:manualLayout>
      </c:layout>
      <c:overlay val="0"/>
    </c:legend>
    <c:plotVisOnly val="1"/>
    <c:dispBlanksAs val="gap"/>
    <c:showDLblsOverMax val="0"/>
  </c:chart>
  <c:spPr>
    <a:ln>
      <a:noFill/>
    </a:ln>
  </c:spPr>
  <c:txPr>
    <a:bodyPr/>
    <a:lstStyle/>
    <a:p>
      <a:pPr>
        <a:defRPr sz="2000"/>
      </a:pPr>
      <a:endParaRPr lang="de-DE"/>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l">
              <a:defRPr sz="2000" b="0">
                <a:solidFill>
                  <a:schemeClr val="accent1"/>
                </a:solidFill>
                <a:latin typeface="Arial" panose="020B0604020202020204" pitchFamily="34" charset="0"/>
                <a:cs typeface="Arial" panose="020B0604020202020204" pitchFamily="34" charset="0"/>
              </a:defRPr>
            </a:pPr>
            <a:r>
              <a:rPr lang="de-DE" sz="2000" b="0" dirty="0">
                <a:solidFill>
                  <a:schemeClr val="accent1"/>
                </a:solidFill>
                <a:latin typeface="Arial" panose="020B0604020202020204" pitchFamily="34" charset="0"/>
                <a:cs typeface="Arial" panose="020B0604020202020204" pitchFamily="34" charset="0"/>
              </a:rPr>
              <a:t>» Titel Diagramm </a:t>
            </a:r>
          </a:p>
        </c:rich>
      </c:tx>
      <c:layout>
        <c:manualLayout>
          <c:xMode val="edge"/>
          <c:yMode val="edge"/>
          <c:x val="1.0690843345080871E-3"/>
          <c:y val="1.5561996379487247E-2"/>
        </c:manualLayout>
      </c:layout>
      <c:overlay val="0"/>
    </c:title>
    <c:autoTitleDeleted val="0"/>
    <c:plotArea>
      <c:layout>
        <c:manualLayout>
          <c:layoutTarget val="inner"/>
          <c:xMode val="edge"/>
          <c:yMode val="edge"/>
          <c:x val="8.2497260657951738E-2"/>
          <c:y val="0.17636929230085546"/>
          <c:w val="0.88035917233646765"/>
          <c:h val="0.67738266009659054"/>
        </c:manualLayout>
      </c:layout>
      <c:lineChart>
        <c:grouping val="standard"/>
        <c:varyColors val="0"/>
        <c:ser>
          <c:idx val="0"/>
          <c:order val="0"/>
          <c:tx>
            <c:strRef>
              <c:f>Tabelle1!$B$1</c:f>
              <c:strCache>
                <c:ptCount val="1"/>
                <c:pt idx="0">
                  <c:v>Datenreihe 1</c:v>
                </c:pt>
              </c:strCache>
            </c:strRef>
          </c:tx>
          <c:spPr>
            <a:ln w="12700"/>
          </c:spPr>
          <c:marker>
            <c:symbol val="square"/>
            <c:size val="5"/>
          </c:marker>
          <c:cat>
            <c:strRef>
              <c:f>Tabelle1!$A$2:$A$6</c:f>
              <c:strCache>
                <c:ptCount val="5"/>
                <c:pt idx="0">
                  <c:v>Kategorie 1</c:v>
                </c:pt>
                <c:pt idx="1">
                  <c:v>Kategorie 2</c:v>
                </c:pt>
                <c:pt idx="2">
                  <c:v>Kategorie 3</c:v>
                </c:pt>
                <c:pt idx="3">
                  <c:v>Kategorie 4</c:v>
                </c:pt>
                <c:pt idx="4">
                  <c:v>Katergorie 5</c:v>
                </c:pt>
              </c:strCache>
            </c:strRef>
          </c:cat>
          <c:val>
            <c:numRef>
              <c:f>Tabelle1!$B$2:$B$6</c:f>
              <c:numCache>
                <c:formatCode>General</c:formatCode>
                <c:ptCount val="5"/>
                <c:pt idx="0">
                  <c:v>4.3</c:v>
                </c:pt>
                <c:pt idx="1">
                  <c:v>2.5</c:v>
                </c:pt>
                <c:pt idx="2">
                  <c:v>3.5</c:v>
                </c:pt>
                <c:pt idx="3">
                  <c:v>4.5</c:v>
                </c:pt>
                <c:pt idx="4">
                  <c:v>3.4</c:v>
                </c:pt>
              </c:numCache>
            </c:numRef>
          </c:val>
          <c:smooth val="0"/>
          <c:extLst>
            <c:ext xmlns:c16="http://schemas.microsoft.com/office/drawing/2014/chart" uri="{C3380CC4-5D6E-409C-BE32-E72D297353CC}">
              <c16:uniqueId val="{00000000-3797-445A-8C33-2F18E0B2DF5C}"/>
            </c:ext>
          </c:extLst>
        </c:ser>
        <c:ser>
          <c:idx val="1"/>
          <c:order val="1"/>
          <c:tx>
            <c:strRef>
              <c:f>Tabelle1!$C$1</c:f>
              <c:strCache>
                <c:ptCount val="1"/>
                <c:pt idx="0">
                  <c:v>Datenreihe 2</c:v>
                </c:pt>
              </c:strCache>
            </c:strRef>
          </c:tx>
          <c:marker>
            <c:symbol val="none"/>
          </c:marker>
          <c:dPt>
            <c:idx val="2"/>
            <c:marker>
              <c:symbol val="square"/>
              <c:size val="5"/>
            </c:marker>
            <c:bubble3D val="0"/>
            <c:extLst>
              <c:ext xmlns:c16="http://schemas.microsoft.com/office/drawing/2014/chart" uri="{C3380CC4-5D6E-409C-BE32-E72D297353CC}">
                <c16:uniqueId val="{00000001-3797-445A-8C33-2F18E0B2DF5C}"/>
              </c:ext>
            </c:extLst>
          </c:dPt>
          <c:cat>
            <c:strRef>
              <c:f>Tabelle1!$A$2:$A$6</c:f>
              <c:strCache>
                <c:ptCount val="5"/>
                <c:pt idx="0">
                  <c:v>Kategorie 1</c:v>
                </c:pt>
                <c:pt idx="1">
                  <c:v>Kategorie 2</c:v>
                </c:pt>
                <c:pt idx="2">
                  <c:v>Kategorie 3</c:v>
                </c:pt>
                <c:pt idx="3">
                  <c:v>Kategorie 4</c:v>
                </c:pt>
                <c:pt idx="4">
                  <c:v>Katergorie 5</c:v>
                </c:pt>
              </c:strCache>
            </c:strRef>
          </c:cat>
          <c:val>
            <c:numRef>
              <c:f>Tabelle1!$C$2:$C$6</c:f>
              <c:numCache>
                <c:formatCode>General</c:formatCode>
                <c:ptCount val="5"/>
                <c:pt idx="0">
                  <c:v>2.4</c:v>
                </c:pt>
                <c:pt idx="1">
                  <c:v>4.4000000000000004</c:v>
                </c:pt>
                <c:pt idx="2">
                  <c:v>1.8</c:v>
                </c:pt>
                <c:pt idx="3">
                  <c:v>2.8</c:v>
                </c:pt>
                <c:pt idx="4">
                  <c:v>2.4</c:v>
                </c:pt>
              </c:numCache>
            </c:numRef>
          </c:val>
          <c:smooth val="0"/>
          <c:extLst>
            <c:ext xmlns:c16="http://schemas.microsoft.com/office/drawing/2014/chart" uri="{C3380CC4-5D6E-409C-BE32-E72D297353CC}">
              <c16:uniqueId val="{00000002-3797-445A-8C33-2F18E0B2DF5C}"/>
            </c:ext>
          </c:extLst>
        </c:ser>
        <c:ser>
          <c:idx val="2"/>
          <c:order val="2"/>
          <c:tx>
            <c:strRef>
              <c:f>Tabelle1!$D$1</c:f>
              <c:strCache>
                <c:ptCount val="1"/>
                <c:pt idx="0">
                  <c:v>Datenreihe 3</c:v>
                </c:pt>
              </c:strCache>
            </c:strRef>
          </c:tx>
          <c:marker>
            <c:symbol val="square"/>
            <c:size val="5"/>
          </c:marker>
          <c:cat>
            <c:strRef>
              <c:f>Tabelle1!$A$2:$A$6</c:f>
              <c:strCache>
                <c:ptCount val="5"/>
                <c:pt idx="0">
                  <c:v>Kategorie 1</c:v>
                </c:pt>
                <c:pt idx="1">
                  <c:v>Kategorie 2</c:v>
                </c:pt>
                <c:pt idx="2">
                  <c:v>Kategorie 3</c:v>
                </c:pt>
                <c:pt idx="3">
                  <c:v>Kategorie 4</c:v>
                </c:pt>
                <c:pt idx="4">
                  <c:v>Katergorie 5</c:v>
                </c:pt>
              </c:strCache>
            </c:strRef>
          </c:cat>
          <c:val>
            <c:numRef>
              <c:f>Tabelle1!$D$2:$D$6</c:f>
              <c:numCache>
                <c:formatCode>General</c:formatCode>
                <c:ptCount val="5"/>
                <c:pt idx="0">
                  <c:v>1.5</c:v>
                </c:pt>
                <c:pt idx="1">
                  <c:v>1.8</c:v>
                </c:pt>
                <c:pt idx="2">
                  <c:v>3</c:v>
                </c:pt>
                <c:pt idx="3">
                  <c:v>5</c:v>
                </c:pt>
                <c:pt idx="4">
                  <c:v>4</c:v>
                </c:pt>
              </c:numCache>
            </c:numRef>
          </c:val>
          <c:smooth val="0"/>
          <c:extLst>
            <c:ext xmlns:c16="http://schemas.microsoft.com/office/drawing/2014/chart" uri="{C3380CC4-5D6E-409C-BE32-E72D297353CC}">
              <c16:uniqueId val="{00000003-3797-445A-8C33-2F18E0B2DF5C}"/>
            </c:ext>
          </c:extLst>
        </c:ser>
        <c:dLbls>
          <c:showLegendKey val="0"/>
          <c:showVal val="0"/>
          <c:showCatName val="0"/>
          <c:showSerName val="0"/>
          <c:showPercent val="0"/>
          <c:showBubbleSize val="0"/>
        </c:dLbls>
        <c:marker val="1"/>
        <c:smooth val="0"/>
        <c:axId val="122398976"/>
        <c:axId val="122400768"/>
      </c:lineChart>
      <c:catAx>
        <c:axId val="122398976"/>
        <c:scaling>
          <c:orientation val="minMax"/>
        </c:scaling>
        <c:delete val="1"/>
        <c:axPos val="b"/>
        <c:numFmt formatCode="General" sourceLinked="0"/>
        <c:majorTickMark val="none"/>
        <c:minorTickMark val="none"/>
        <c:tickLblPos val="nextTo"/>
        <c:crossAx val="122400768"/>
        <c:crosses val="autoZero"/>
        <c:auto val="1"/>
        <c:lblAlgn val="ctr"/>
        <c:lblOffset val="100"/>
        <c:noMultiLvlLbl val="0"/>
      </c:catAx>
      <c:valAx>
        <c:axId val="122400768"/>
        <c:scaling>
          <c:orientation val="minMax"/>
        </c:scaling>
        <c:delete val="0"/>
        <c:axPos val="l"/>
        <c:majorGridlines/>
        <c:numFmt formatCode="General" sourceLinked="1"/>
        <c:majorTickMark val="out"/>
        <c:minorTickMark val="none"/>
        <c:tickLblPos val="nextTo"/>
        <c:spPr>
          <a:ln>
            <a:noFill/>
          </a:ln>
        </c:spPr>
        <c:txPr>
          <a:bodyPr/>
          <a:lstStyle/>
          <a:p>
            <a:pPr>
              <a:defRPr>
                <a:latin typeface="Arial" panose="020B0604020202020204" pitchFamily="34" charset="0"/>
                <a:cs typeface="Arial" panose="020B0604020202020204" pitchFamily="34" charset="0"/>
              </a:defRPr>
            </a:pPr>
            <a:endParaRPr lang="de-DE"/>
          </a:p>
        </c:txPr>
        <c:crossAx val="122398976"/>
        <c:crosses val="autoZero"/>
        <c:crossBetween val="between"/>
      </c:valAx>
      <c:spPr>
        <a:noFill/>
        <a:ln>
          <a:noFill/>
        </a:ln>
      </c:spPr>
    </c:plotArea>
    <c:legend>
      <c:legendPos val="r"/>
      <c:layout>
        <c:manualLayout>
          <c:xMode val="edge"/>
          <c:yMode val="edge"/>
          <c:x val="0.12753357286649847"/>
          <c:y val="0.85295588071913586"/>
          <c:w val="0.74093137629640959"/>
          <c:h val="0.11898269473326493"/>
        </c:manualLayout>
      </c:layout>
      <c:overlay val="0"/>
      <c:txPr>
        <a:bodyPr/>
        <a:lstStyle/>
        <a:p>
          <a:pPr>
            <a:defRPr sz="1800">
              <a:latin typeface="Arial" panose="020B0604020202020204" pitchFamily="34" charset="0"/>
              <a:cs typeface="Arial" panose="020B0604020202020204" pitchFamily="34" charset="0"/>
            </a:defRPr>
          </a:pPr>
          <a:endParaRPr lang="de-DE"/>
        </a:p>
      </c:txPr>
    </c:legend>
    <c:plotVisOnly val="1"/>
    <c:dispBlanksAs val="gap"/>
    <c:showDLblsOverMax val="0"/>
  </c:chart>
  <c:txPr>
    <a:bodyPr/>
    <a:lstStyle/>
    <a:p>
      <a:pPr>
        <a:defRPr sz="2000"/>
      </a:pPr>
      <a:endParaRPr lang="de-DE"/>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l">
              <a:defRPr sz="2000" b="0">
                <a:solidFill>
                  <a:schemeClr val="accent1"/>
                </a:solidFill>
                <a:latin typeface="Arial" panose="020B0604020202020204" pitchFamily="34" charset="0"/>
                <a:cs typeface="Arial" panose="020B0604020202020204" pitchFamily="34" charset="0"/>
              </a:defRPr>
            </a:pPr>
            <a:r>
              <a:rPr lang="de-DE" sz="2000" b="0" dirty="0">
                <a:solidFill>
                  <a:schemeClr val="accent1"/>
                </a:solidFill>
                <a:latin typeface="Arial" panose="020B0604020202020204" pitchFamily="34" charset="0"/>
                <a:cs typeface="Arial" panose="020B0604020202020204" pitchFamily="34" charset="0"/>
              </a:rPr>
              <a:t>» Titel Diagramm </a:t>
            </a:r>
          </a:p>
        </c:rich>
      </c:tx>
      <c:layout>
        <c:manualLayout>
          <c:xMode val="edge"/>
          <c:yMode val="edge"/>
          <c:x val="1.0690843345080871E-3"/>
          <c:y val="1.5561996379487247E-2"/>
        </c:manualLayout>
      </c:layout>
      <c:overlay val="0"/>
    </c:title>
    <c:autoTitleDeleted val="0"/>
    <c:plotArea>
      <c:layout>
        <c:manualLayout>
          <c:layoutTarget val="inner"/>
          <c:xMode val="edge"/>
          <c:yMode val="edge"/>
          <c:x val="8.5363239744782299E-2"/>
          <c:y val="0.14783896560512885"/>
          <c:w val="0.66864897087531283"/>
          <c:h val="0.74741164380428315"/>
        </c:manualLayout>
      </c:layout>
      <c:barChart>
        <c:barDir val="bar"/>
        <c:grouping val="clustered"/>
        <c:varyColors val="0"/>
        <c:ser>
          <c:idx val="0"/>
          <c:order val="0"/>
          <c:tx>
            <c:strRef>
              <c:f>Tabelle1!$B$1</c:f>
              <c:strCache>
                <c:ptCount val="1"/>
                <c:pt idx="0">
                  <c:v>Datenreihe 1</c:v>
                </c:pt>
              </c:strCache>
            </c:strRef>
          </c:tx>
          <c:invertIfNegative val="0"/>
          <c:cat>
            <c:strRef>
              <c:f>Tabelle1!$A$2:$A$3</c:f>
              <c:strCache>
                <c:ptCount val="2"/>
                <c:pt idx="0">
                  <c:v>A</c:v>
                </c:pt>
                <c:pt idx="1">
                  <c:v>B</c:v>
                </c:pt>
              </c:strCache>
            </c:strRef>
          </c:cat>
          <c:val>
            <c:numRef>
              <c:f>Tabelle1!$B$2:$B$3</c:f>
              <c:numCache>
                <c:formatCode>General</c:formatCode>
                <c:ptCount val="2"/>
                <c:pt idx="0">
                  <c:v>4.3</c:v>
                </c:pt>
                <c:pt idx="1">
                  <c:v>2.5</c:v>
                </c:pt>
              </c:numCache>
            </c:numRef>
          </c:val>
          <c:extLst>
            <c:ext xmlns:c16="http://schemas.microsoft.com/office/drawing/2014/chart" uri="{C3380CC4-5D6E-409C-BE32-E72D297353CC}">
              <c16:uniqueId val="{00000000-E156-4045-85CC-E498355F8284}"/>
            </c:ext>
          </c:extLst>
        </c:ser>
        <c:ser>
          <c:idx val="1"/>
          <c:order val="1"/>
          <c:tx>
            <c:strRef>
              <c:f>Tabelle1!$C$1</c:f>
              <c:strCache>
                <c:ptCount val="1"/>
                <c:pt idx="0">
                  <c:v>Datenreihe 2</c:v>
                </c:pt>
              </c:strCache>
            </c:strRef>
          </c:tx>
          <c:invertIfNegative val="0"/>
          <c:cat>
            <c:strRef>
              <c:f>Tabelle1!$A$2:$A$3</c:f>
              <c:strCache>
                <c:ptCount val="2"/>
                <c:pt idx="0">
                  <c:v>A</c:v>
                </c:pt>
                <c:pt idx="1">
                  <c:v>B</c:v>
                </c:pt>
              </c:strCache>
            </c:strRef>
          </c:cat>
          <c:val>
            <c:numRef>
              <c:f>Tabelle1!$C$2:$C$3</c:f>
              <c:numCache>
                <c:formatCode>General</c:formatCode>
                <c:ptCount val="2"/>
                <c:pt idx="0">
                  <c:v>2.4</c:v>
                </c:pt>
                <c:pt idx="1">
                  <c:v>4.4000000000000004</c:v>
                </c:pt>
              </c:numCache>
            </c:numRef>
          </c:val>
          <c:extLst>
            <c:ext xmlns:c16="http://schemas.microsoft.com/office/drawing/2014/chart" uri="{C3380CC4-5D6E-409C-BE32-E72D297353CC}">
              <c16:uniqueId val="{00000001-E156-4045-85CC-E498355F8284}"/>
            </c:ext>
          </c:extLst>
        </c:ser>
        <c:ser>
          <c:idx val="2"/>
          <c:order val="2"/>
          <c:tx>
            <c:strRef>
              <c:f>Tabelle1!$D$1</c:f>
              <c:strCache>
                <c:ptCount val="1"/>
                <c:pt idx="0">
                  <c:v>Datenreihe 3</c:v>
                </c:pt>
              </c:strCache>
            </c:strRef>
          </c:tx>
          <c:invertIfNegative val="0"/>
          <c:cat>
            <c:strRef>
              <c:f>Tabelle1!$A$2:$A$3</c:f>
              <c:strCache>
                <c:ptCount val="2"/>
                <c:pt idx="0">
                  <c:v>A</c:v>
                </c:pt>
                <c:pt idx="1">
                  <c:v>B</c:v>
                </c:pt>
              </c:strCache>
            </c:strRef>
          </c:cat>
          <c:val>
            <c:numRef>
              <c:f>Tabelle1!$D$2:$D$3</c:f>
              <c:numCache>
                <c:formatCode>General</c:formatCode>
                <c:ptCount val="2"/>
                <c:pt idx="0">
                  <c:v>2</c:v>
                </c:pt>
                <c:pt idx="1">
                  <c:v>2</c:v>
                </c:pt>
              </c:numCache>
            </c:numRef>
          </c:val>
          <c:extLst>
            <c:ext xmlns:c16="http://schemas.microsoft.com/office/drawing/2014/chart" uri="{C3380CC4-5D6E-409C-BE32-E72D297353CC}">
              <c16:uniqueId val="{00000002-E156-4045-85CC-E498355F8284}"/>
            </c:ext>
          </c:extLst>
        </c:ser>
        <c:ser>
          <c:idx val="3"/>
          <c:order val="3"/>
          <c:tx>
            <c:strRef>
              <c:f>Tabelle1!$E$1</c:f>
              <c:strCache>
                <c:ptCount val="1"/>
                <c:pt idx="0">
                  <c:v>Datenreihe 4</c:v>
                </c:pt>
              </c:strCache>
            </c:strRef>
          </c:tx>
          <c:invertIfNegative val="0"/>
          <c:cat>
            <c:strRef>
              <c:f>Tabelle1!$A$2:$A$3</c:f>
              <c:strCache>
                <c:ptCount val="2"/>
                <c:pt idx="0">
                  <c:v>A</c:v>
                </c:pt>
                <c:pt idx="1">
                  <c:v>B</c:v>
                </c:pt>
              </c:strCache>
            </c:strRef>
          </c:cat>
          <c:val>
            <c:numRef>
              <c:f>Tabelle1!$E$2:$E$3</c:f>
              <c:numCache>
                <c:formatCode>General</c:formatCode>
                <c:ptCount val="2"/>
                <c:pt idx="0">
                  <c:v>3.4</c:v>
                </c:pt>
                <c:pt idx="1">
                  <c:v>3.2</c:v>
                </c:pt>
              </c:numCache>
            </c:numRef>
          </c:val>
          <c:extLst>
            <c:ext xmlns:c16="http://schemas.microsoft.com/office/drawing/2014/chart" uri="{C3380CC4-5D6E-409C-BE32-E72D297353CC}">
              <c16:uniqueId val="{00000003-E156-4045-85CC-E498355F8284}"/>
            </c:ext>
          </c:extLst>
        </c:ser>
        <c:dLbls>
          <c:showLegendKey val="0"/>
          <c:showVal val="0"/>
          <c:showCatName val="0"/>
          <c:showSerName val="0"/>
          <c:showPercent val="0"/>
          <c:showBubbleSize val="0"/>
        </c:dLbls>
        <c:gapWidth val="150"/>
        <c:axId val="122702080"/>
        <c:axId val="122712064"/>
      </c:barChart>
      <c:catAx>
        <c:axId val="122702080"/>
        <c:scaling>
          <c:orientation val="minMax"/>
        </c:scaling>
        <c:delete val="0"/>
        <c:axPos val="l"/>
        <c:numFmt formatCode="General" sourceLinked="1"/>
        <c:majorTickMark val="none"/>
        <c:minorTickMark val="none"/>
        <c:tickLblPos val="nextTo"/>
        <c:txPr>
          <a:bodyPr/>
          <a:lstStyle/>
          <a:p>
            <a:pPr>
              <a:defRPr>
                <a:latin typeface="Arial" panose="020B0604020202020204" pitchFamily="34" charset="0"/>
                <a:cs typeface="Arial" panose="020B0604020202020204" pitchFamily="34" charset="0"/>
              </a:defRPr>
            </a:pPr>
            <a:endParaRPr lang="de-DE"/>
          </a:p>
        </c:txPr>
        <c:crossAx val="122712064"/>
        <c:crosses val="autoZero"/>
        <c:auto val="1"/>
        <c:lblAlgn val="ctr"/>
        <c:lblOffset val="100"/>
        <c:noMultiLvlLbl val="0"/>
      </c:catAx>
      <c:valAx>
        <c:axId val="122712064"/>
        <c:scaling>
          <c:orientation val="minMax"/>
        </c:scaling>
        <c:delete val="0"/>
        <c:axPos val="b"/>
        <c:majorGridlines/>
        <c:numFmt formatCode="General" sourceLinked="1"/>
        <c:majorTickMark val="none"/>
        <c:minorTickMark val="none"/>
        <c:tickLblPos val="nextTo"/>
        <c:spPr>
          <a:ln>
            <a:noFill/>
          </a:ln>
        </c:spPr>
        <c:txPr>
          <a:bodyPr/>
          <a:lstStyle/>
          <a:p>
            <a:pPr>
              <a:defRPr>
                <a:latin typeface="Arial" panose="020B0604020202020204" pitchFamily="34" charset="0"/>
                <a:cs typeface="Arial" panose="020B0604020202020204" pitchFamily="34" charset="0"/>
              </a:defRPr>
            </a:pPr>
            <a:endParaRPr lang="de-DE"/>
          </a:p>
        </c:txPr>
        <c:crossAx val="122702080"/>
        <c:crosses val="autoZero"/>
        <c:crossBetween val="between"/>
        <c:majorUnit val="1"/>
        <c:minorUnit val="0.1"/>
      </c:valAx>
      <c:spPr>
        <a:noFill/>
        <a:ln>
          <a:noFill/>
        </a:ln>
      </c:spPr>
    </c:plotArea>
    <c:legend>
      <c:legendPos val="r"/>
      <c:layout>
        <c:manualLayout>
          <c:xMode val="edge"/>
          <c:yMode val="edge"/>
          <c:x val="0.75350753992689345"/>
          <c:y val="0.60396393864733988"/>
          <c:w val="0.23817299251902993"/>
          <c:h val="0.33414832992412608"/>
        </c:manualLayout>
      </c:layout>
      <c:overlay val="0"/>
      <c:txPr>
        <a:bodyPr/>
        <a:lstStyle/>
        <a:p>
          <a:pPr>
            <a:defRPr sz="1800">
              <a:latin typeface="Arial" panose="020B0604020202020204" pitchFamily="34" charset="0"/>
              <a:cs typeface="Arial" panose="020B0604020202020204" pitchFamily="34" charset="0"/>
            </a:defRPr>
          </a:pPr>
          <a:endParaRPr lang="de-DE"/>
        </a:p>
      </c:txPr>
    </c:legend>
    <c:plotVisOnly val="1"/>
    <c:dispBlanksAs val="gap"/>
    <c:showDLblsOverMax val="0"/>
  </c:chart>
  <c:spPr>
    <a:ln>
      <a:noFill/>
    </a:ln>
  </c:spPr>
  <c:txPr>
    <a:bodyPr/>
    <a:lstStyle/>
    <a:p>
      <a:pPr>
        <a:defRPr sz="2000"/>
      </a:pPr>
      <a:endParaRPr lang="de-DE"/>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l">
              <a:defRPr sz="2000" b="0">
                <a:solidFill>
                  <a:schemeClr val="accent1"/>
                </a:solidFill>
                <a:latin typeface="Arial" panose="020B0604020202020204" pitchFamily="34" charset="0"/>
                <a:cs typeface="Arial" panose="020B0604020202020204" pitchFamily="34" charset="0"/>
              </a:defRPr>
            </a:pPr>
            <a:r>
              <a:rPr lang="de-DE" sz="2000" b="0" dirty="0">
                <a:solidFill>
                  <a:schemeClr val="accent1"/>
                </a:solidFill>
                <a:latin typeface="Arial" panose="020B0604020202020204" pitchFamily="34" charset="0"/>
                <a:cs typeface="Arial" panose="020B0604020202020204" pitchFamily="34" charset="0"/>
              </a:rPr>
              <a:t>» Titel Diagramm </a:t>
            </a:r>
          </a:p>
        </c:rich>
      </c:tx>
      <c:layout>
        <c:manualLayout>
          <c:xMode val="edge"/>
          <c:yMode val="edge"/>
          <c:x val="1.0690843345080871E-3"/>
          <c:y val="1.5561996379487247E-2"/>
        </c:manualLayout>
      </c:layout>
      <c:overlay val="0"/>
    </c:title>
    <c:autoTitleDeleted val="0"/>
    <c:plotArea>
      <c:layout>
        <c:manualLayout>
          <c:layoutTarget val="inner"/>
          <c:xMode val="edge"/>
          <c:yMode val="edge"/>
          <c:x val="9.8269836921925452E-2"/>
          <c:y val="0.17636929230085546"/>
          <c:w val="0.60007238579833122"/>
          <c:h val="0.75000530986753111"/>
        </c:manualLayout>
      </c:layout>
      <c:pieChart>
        <c:varyColors val="1"/>
        <c:ser>
          <c:idx val="0"/>
          <c:order val="0"/>
          <c:tx>
            <c:strRef>
              <c:f>Tabelle1!$B$1</c:f>
              <c:strCache>
                <c:ptCount val="1"/>
                <c:pt idx="0">
                  <c:v>Datenreihe 1</c:v>
                </c:pt>
              </c:strCache>
            </c:strRef>
          </c:tx>
          <c:spPr>
            <a:ln w="12700"/>
          </c:spPr>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0BAA-463C-872F-321A6FEA71F5}"/>
            </c:ext>
          </c:extLst>
        </c:ser>
        <c:dLbls>
          <c:showLegendKey val="0"/>
          <c:showVal val="0"/>
          <c:showCatName val="0"/>
          <c:showSerName val="0"/>
          <c:showPercent val="0"/>
          <c:showBubbleSize val="0"/>
          <c:showLeaderLines val="1"/>
        </c:dLbls>
        <c:firstSliceAng val="0"/>
      </c:pieChart>
      <c:spPr>
        <a:noFill/>
        <a:ln>
          <a:noFill/>
        </a:ln>
      </c:spPr>
    </c:plotArea>
    <c:legend>
      <c:legendPos val="r"/>
      <c:layout>
        <c:manualLayout>
          <c:xMode val="edge"/>
          <c:yMode val="edge"/>
          <c:x val="0.69973634360978543"/>
          <c:y val="0.6003611935275166"/>
          <c:w val="0.30026365639021457"/>
          <c:h val="0.32625868367567001"/>
        </c:manualLayout>
      </c:layout>
      <c:overlay val="0"/>
      <c:txPr>
        <a:bodyPr/>
        <a:lstStyle/>
        <a:p>
          <a:pPr>
            <a:defRPr>
              <a:latin typeface="Arial" panose="020B0604020202020204" pitchFamily="34" charset="0"/>
              <a:cs typeface="Arial" panose="020B0604020202020204" pitchFamily="34" charset="0"/>
            </a:defRPr>
          </a:pPr>
          <a:endParaRPr lang="de-DE"/>
        </a:p>
      </c:txPr>
    </c:legend>
    <c:plotVisOnly val="1"/>
    <c:dispBlanksAs val="gap"/>
    <c:showDLblsOverMax val="0"/>
  </c:chart>
  <c:txPr>
    <a:bodyPr/>
    <a:lstStyle/>
    <a:p>
      <a:pPr>
        <a:defRPr sz="2000"/>
      </a:pPr>
      <a:endParaRPr lang="de-DE"/>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EU">
    <p:spTree>
      <p:nvGrpSpPr>
        <p:cNvPr id="1" name=""/>
        <p:cNvGrpSpPr/>
        <p:nvPr/>
      </p:nvGrpSpPr>
      <p:grpSpPr>
        <a:xfrm>
          <a:off x="0" y="0"/>
          <a:ext cx="0" cy="0"/>
          <a:chOff x="0" y="0"/>
          <a:chExt cx="0" cy="0"/>
        </a:xfrm>
      </p:grpSpPr>
      <p:sp>
        <p:nvSpPr>
          <p:cNvPr id="26" name="Textplatzhalter 17"/>
          <p:cNvSpPr txBox="1">
            <a:spLocks/>
          </p:cNvSpPr>
          <p:nvPr userDrawn="1"/>
        </p:nvSpPr>
        <p:spPr>
          <a:xfrm>
            <a:off x="20736000" y="23463040"/>
            <a:ext cx="10008000" cy="14292000"/>
          </a:xfrm>
          <a:prstGeom prst="rect">
            <a:avLst/>
          </a:prstGeom>
          <a:solidFill>
            <a:srgbClr val="EDEDED"/>
          </a:solidFill>
        </p:spPr>
        <p:txBody>
          <a:bodyPr vert="horz" wrap="square" lIns="756000" tIns="432000" rIns="1080000" bIns="180000" rtlCol="0">
            <a:noAutofit/>
          </a:bodyPr>
          <a:lstStyle>
            <a:lvl1pPr marL="0" indent="0" algn="l" defTabSz="4258627" rtl="0" eaLnBrk="1" latinLnBrk="0" hangingPunct="1">
              <a:lnSpc>
                <a:spcPts val="3671"/>
              </a:lnSpc>
              <a:spcBef>
                <a:spcPts val="0"/>
              </a:spcBef>
              <a:buClr>
                <a:schemeClr val="bg1"/>
              </a:buClr>
              <a:buFont typeface="Generis Sans Com" panose="020B0506040503020204" pitchFamily="34" charset="0"/>
              <a:buNone/>
              <a:defRPr sz="3000" kern="1200" baseline="0">
                <a:solidFill>
                  <a:schemeClr val="bg1"/>
                </a:solidFill>
                <a:latin typeface="+mn-lt"/>
                <a:ea typeface="+mn-ea"/>
                <a:cs typeface="+mn-cs"/>
              </a:defRPr>
            </a:lvl1pPr>
            <a:lvl2pPr marL="369074" indent="-369074" algn="l" defTabSz="4258627" rtl="0" eaLnBrk="1" latinLnBrk="0" hangingPunct="1">
              <a:lnSpc>
                <a:spcPts val="3671"/>
              </a:lnSpc>
              <a:spcBef>
                <a:spcPts val="0"/>
              </a:spcBef>
              <a:buClr>
                <a:schemeClr val="bg1"/>
              </a:buClr>
              <a:buFont typeface="Generis Sans Com" panose="020B0506040503020204" pitchFamily="34" charset="0"/>
              <a:buChar char="»"/>
              <a:defRPr sz="3000" kern="1200">
                <a:solidFill>
                  <a:schemeClr val="bg1"/>
                </a:solidFill>
                <a:latin typeface="+mn-lt"/>
                <a:ea typeface="+mn-ea"/>
                <a:cs typeface="+mn-cs"/>
              </a:defRPr>
            </a:lvl2pPr>
            <a:lvl3pPr marL="739766" indent="0" algn="l" defTabSz="4258627" rtl="0" eaLnBrk="1" latinLnBrk="0" hangingPunct="1">
              <a:lnSpc>
                <a:spcPts val="4384"/>
              </a:lnSpc>
              <a:spcBef>
                <a:spcPts val="0"/>
              </a:spcBef>
              <a:buFontTx/>
              <a:buNone/>
              <a:defRPr sz="3600" kern="1200">
                <a:solidFill>
                  <a:schemeClr val="bg1"/>
                </a:solidFill>
                <a:latin typeface="+mn-lt"/>
                <a:ea typeface="+mn-ea"/>
                <a:cs typeface="+mn-cs"/>
              </a:defRPr>
            </a:lvl3pPr>
            <a:lvl4pPr marL="739766" indent="0" algn="l" defTabSz="4258627" rtl="0" eaLnBrk="1" latinLnBrk="0" hangingPunct="1">
              <a:lnSpc>
                <a:spcPts val="4384"/>
              </a:lnSpc>
              <a:spcBef>
                <a:spcPts val="0"/>
              </a:spcBef>
              <a:buFontTx/>
              <a:buNone/>
              <a:defRPr sz="3600" kern="1200">
                <a:solidFill>
                  <a:schemeClr val="bg1"/>
                </a:solidFill>
                <a:latin typeface="+mn-lt"/>
                <a:ea typeface="+mn-ea"/>
                <a:cs typeface="+mn-cs"/>
              </a:defRPr>
            </a:lvl4pPr>
            <a:lvl5pPr marL="739766" indent="0" algn="l" defTabSz="4258627" rtl="0" eaLnBrk="1" latinLnBrk="0" hangingPunct="1">
              <a:lnSpc>
                <a:spcPts val="4384"/>
              </a:lnSpc>
              <a:spcBef>
                <a:spcPts val="0"/>
              </a:spcBef>
              <a:buFontTx/>
              <a:buNone/>
              <a:defRPr sz="3600" kern="1200">
                <a:solidFill>
                  <a:schemeClr val="bg1"/>
                </a:solidFill>
                <a:latin typeface="+mn-lt"/>
                <a:ea typeface="+mn-ea"/>
                <a:cs typeface="+mn-cs"/>
              </a:defRPr>
            </a:lvl5pPr>
            <a:lvl6pPr marL="11711222"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6pPr>
            <a:lvl7pPr marL="13840535"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7pPr>
            <a:lvl8pPr marL="15969849"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8pPr>
            <a:lvl9pPr marL="18099161"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9pPr>
          </a:lstStyle>
          <a:p>
            <a:endParaRPr lang="de-DE" dirty="0">
              <a:solidFill>
                <a:srgbClr val="5D686E"/>
              </a:solidFill>
            </a:endParaRPr>
          </a:p>
        </p:txBody>
      </p:sp>
      <p:sp>
        <p:nvSpPr>
          <p:cNvPr id="2" name="Titel 1"/>
          <p:cNvSpPr>
            <a:spLocks noGrp="1"/>
          </p:cNvSpPr>
          <p:nvPr>
            <p:ph type="title" hasCustomPrompt="1"/>
          </p:nvPr>
        </p:nvSpPr>
        <p:spPr>
          <a:xfrm>
            <a:off x="1818830" y="1629034"/>
            <a:ext cx="16695329" cy="3221695"/>
          </a:xfrm>
        </p:spPr>
        <p:txBody>
          <a:bodyPr/>
          <a:lstStyle>
            <a:lvl1pPr>
              <a:defRPr sz="9000">
                <a:latin typeface="Georgia" panose="02040502050405020303" pitchFamily="18" charset="0"/>
              </a:defRPr>
            </a:lvl1pPr>
          </a:lstStyle>
          <a:p>
            <a:r>
              <a:rPr lang="pt-BR" dirty="0"/>
              <a:t>Titel: Ucient premporiam,</a:t>
            </a:r>
            <a:br>
              <a:rPr lang="pt-BR" dirty="0"/>
            </a:br>
            <a:r>
              <a:rPr lang="pt-BR" dirty="0"/>
              <a:t>enita eum esequisquam, nons</a:t>
            </a:r>
            <a:endParaRPr lang="de-DE" dirty="0"/>
          </a:p>
        </p:txBody>
      </p:sp>
      <p:sp>
        <p:nvSpPr>
          <p:cNvPr id="3" name="Inhaltsplatzhalter 2"/>
          <p:cNvSpPr>
            <a:spLocks noGrp="1"/>
          </p:cNvSpPr>
          <p:nvPr>
            <p:ph idx="1"/>
          </p:nvPr>
        </p:nvSpPr>
        <p:spPr>
          <a:xfrm>
            <a:off x="1854000" y="9365464"/>
            <a:ext cx="16308000" cy="3352869"/>
          </a:xfrm>
        </p:spPr>
        <p:txBody>
          <a:bodyPr wrap="square" lIns="288000" tIns="180000" rIns="288000" bIns="0">
            <a:spAutoFit/>
          </a:bodyPr>
          <a:lstStyle>
            <a:lvl1pPr marL="0" indent="0">
              <a:buClr>
                <a:schemeClr val="accent1"/>
              </a:buClr>
              <a:buFont typeface="Generis Sans Com" panose="020B0506040503020204" pitchFamily="34" charset="0"/>
              <a:buNone/>
              <a:defRPr>
                <a:latin typeface="Arial" panose="020B0604020202020204" pitchFamily="34" charset="0"/>
                <a:cs typeface="Arial" panose="020B0604020202020204" pitchFamily="34" charset="0"/>
              </a:defRPr>
            </a:lvl1pPr>
            <a:lvl2pPr marL="528638" indent="-528638">
              <a:spcBef>
                <a:spcPts val="2651"/>
              </a:spcBef>
              <a:spcAft>
                <a:spcPts val="0"/>
              </a:spcAft>
              <a:buFont typeface="Arial" panose="020B0604020202020204" pitchFamily="34" charset="0"/>
              <a:buChar char="»"/>
              <a:defRPr>
                <a:latin typeface="Arial" panose="020B0604020202020204" pitchFamily="34" charset="0"/>
                <a:cs typeface="Arial" panose="020B0604020202020204" pitchFamily="34" charset="0"/>
              </a:defRPr>
            </a:lvl2pPr>
            <a:lvl3pPr marL="528638" indent="0">
              <a:defRPr>
                <a:latin typeface="Arial" panose="020B0604020202020204" pitchFamily="34" charset="0"/>
                <a:cs typeface="Arial" panose="020B0604020202020204" pitchFamily="34" charset="0"/>
              </a:defRPr>
            </a:lvl3pPr>
            <a:lvl4pPr marL="528638" indent="0">
              <a:defRPr>
                <a:latin typeface="Arial" panose="020B0604020202020204" pitchFamily="34" charset="0"/>
                <a:cs typeface="Arial" panose="020B0604020202020204" pitchFamily="34" charset="0"/>
              </a:defRPr>
            </a:lvl4pPr>
            <a:lvl5pPr marL="528638" indent="0">
              <a:defRPr>
                <a:latin typeface="Arial" panose="020B0604020202020204" pitchFamily="34" charset="0"/>
                <a:cs typeface="Arial" panose="020B0604020202020204" pitchFamily="34" charset="0"/>
              </a:defRPr>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platzhalter 7"/>
          <p:cNvSpPr>
            <a:spLocks noGrp="1"/>
          </p:cNvSpPr>
          <p:nvPr>
            <p:ph type="body" sz="quarter" idx="13" hasCustomPrompt="1"/>
          </p:nvPr>
        </p:nvSpPr>
        <p:spPr>
          <a:xfrm>
            <a:off x="1818830" y="5035912"/>
            <a:ext cx="16695329" cy="930353"/>
          </a:xfrm>
        </p:spPr>
        <p:txBody>
          <a:bodyPr/>
          <a:lstStyle>
            <a:lvl1pPr marL="0" indent="0">
              <a:buFontTx/>
              <a:buNone/>
              <a:defRPr sz="5100" b="1">
                <a:solidFill>
                  <a:schemeClr val="accent1"/>
                </a:solidFill>
                <a:latin typeface="Arial" panose="020B0604020202020204" pitchFamily="34" charset="0"/>
                <a:cs typeface="Arial" panose="020B0604020202020204" pitchFamily="34" charset="0"/>
              </a:defRPr>
            </a:lvl1pPr>
          </a:lstStyle>
          <a:p>
            <a:pPr lvl="0"/>
            <a:r>
              <a:rPr lang="de-DE" dirty="0"/>
              <a:t>Name, Studiengang</a:t>
            </a:r>
          </a:p>
        </p:txBody>
      </p:sp>
      <p:sp>
        <p:nvSpPr>
          <p:cNvPr id="10" name="Textfeld 9"/>
          <p:cNvSpPr txBox="1"/>
          <p:nvPr/>
        </p:nvSpPr>
        <p:spPr>
          <a:xfrm>
            <a:off x="1794767" y="8069407"/>
            <a:ext cx="16704000" cy="1101323"/>
          </a:xfrm>
          <a:prstGeom prst="rect">
            <a:avLst/>
          </a:prstGeom>
          <a:noFill/>
        </p:spPr>
        <p:txBody>
          <a:bodyPr wrap="none" lIns="367085" tIns="183543" rIns="734170" bIns="183543" rtlCol="0">
            <a:noAutofit/>
          </a:bodyPr>
          <a:lstStyle/>
          <a:p>
            <a:r>
              <a:rPr lang="de-DE" sz="5600" dirty="0">
                <a:latin typeface="Georgia" panose="02040502050405020303" pitchFamily="18" charset="0"/>
              </a:rPr>
              <a:t>Projektbeschreibung</a:t>
            </a:r>
          </a:p>
        </p:txBody>
      </p:sp>
      <p:sp>
        <p:nvSpPr>
          <p:cNvPr id="15" name="Textplatzhalter 14"/>
          <p:cNvSpPr>
            <a:spLocks noGrp="1"/>
          </p:cNvSpPr>
          <p:nvPr>
            <p:ph type="body" sz="quarter" idx="14"/>
          </p:nvPr>
        </p:nvSpPr>
        <p:spPr>
          <a:xfrm>
            <a:off x="20736000" y="9223693"/>
            <a:ext cx="10008000" cy="6845340"/>
          </a:xfrm>
          <a:solidFill>
            <a:srgbClr val="EDEDED"/>
          </a:solidFill>
        </p:spPr>
        <p:txBody>
          <a:bodyPr lIns="756000" tIns="432000" rIns="1080000" bIns="180000">
            <a:noAutofit/>
          </a:bodyPr>
          <a:lstStyle>
            <a:lvl1pPr marL="0" indent="0">
              <a:lnSpc>
                <a:spcPts val="3671"/>
              </a:lnSpc>
              <a:buClr>
                <a:schemeClr val="bg1"/>
              </a:buClr>
              <a:buNone/>
              <a:defRPr sz="3000">
                <a:solidFill>
                  <a:srgbClr val="5D686E"/>
                </a:solidFill>
                <a:latin typeface="Arial" panose="020B0604020202020204" pitchFamily="34" charset="0"/>
                <a:cs typeface="Arial" panose="020B0604020202020204" pitchFamily="34" charset="0"/>
              </a:defRPr>
            </a:lvl1pPr>
            <a:lvl2pPr marL="369074" indent="-369074">
              <a:lnSpc>
                <a:spcPts val="3671"/>
              </a:lnSpc>
              <a:spcBef>
                <a:spcPts val="2346"/>
              </a:spcBef>
              <a:buClr>
                <a:srgbClr val="5D686E"/>
              </a:buClr>
              <a:buFont typeface="Arial" panose="020B0604020202020204" pitchFamily="34" charset="0"/>
              <a:buChar char="»"/>
              <a:defRPr sz="3000">
                <a:solidFill>
                  <a:srgbClr val="5D686E"/>
                </a:solidFill>
                <a:latin typeface="Arial" panose="020B0604020202020204" pitchFamily="34" charset="0"/>
                <a:cs typeface="Arial" panose="020B0604020202020204" pitchFamily="34" charset="0"/>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Textmasterformat bearbeiten</a:t>
            </a:r>
          </a:p>
          <a:p>
            <a:pPr lvl="1"/>
            <a:r>
              <a:rPr lang="de-DE" dirty="0"/>
              <a:t>Zweite Ebene</a:t>
            </a:r>
          </a:p>
        </p:txBody>
      </p:sp>
      <p:sp>
        <p:nvSpPr>
          <p:cNvPr id="16" name="Textplatzhalter 14"/>
          <p:cNvSpPr>
            <a:spLocks noGrp="1"/>
          </p:cNvSpPr>
          <p:nvPr>
            <p:ph type="body" sz="quarter" idx="15" hasCustomPrompt="1"/>
          </p:nvPr>
        </p:nvSpPr>
        <p:spPr>
          <a:xfrm>
            <a:off x="20736000" y="17918426"/>
            <a:ext cx="10008000" cy="3733822"/>
          </a:xfrm>
          <a:solidFill>
            <a:srgbClr val="EDEDED"/>
          </a:solidFill>
        </p:spPr>
        <p:txBody>
          <a:bodyPr lIns="756000" tIns="432000" rIns="1080000" bIns="180000">
            <a:noAutofit/>
          </a:bodyPr>
          <a:lstStyle>
            <a:lvl1pPr marL="0" indent="0">
              <a:lnSpc>
                <a:spcPts val="3671"/>
              </a:lnSpc>
              <a:buClr>
                <a:schemeClr val="bg1"/>
              </a:buClr>
              <a:buNone/>
              <a:defRPr sz="3000" baseline="0">
                <a:solidFill>
                  <a:srgbClr val="5D686E"/>
                </a:solidFill>
                <a:latin typeface="Arial" panose="020B0604020202020204" pitchFamily="34" charset="0"/>
                <a:cs typeface="Arial" panose="020B0604020202020204" pitchFamily="34" charset="0"/>
              </a:defRPr>
            </a:lvl1pPr>
            <a:lvl2pPr marL="369074" indent="-369074">
              <a:lnSpc>
                <a:spcPts val="3671"/>
              </a:lnSpc>
              <a:buClr>
                <a:srgbClr val="5D686E"/>
              </a:buClr>
              <a:buFont typeface="Arial" panose="020B0604020202020204" pitchFamily="34" charset="0"/>
              <a:buChar char="»"/>
              <a:defRPr sz="3000">
                <a:solidFill>
                  <a:srgbClr val="5D686E"/>
                </a:solidFill>
                <a:latin typeface="Arial" panose="020B0604020202020204" pitchFamily="34" charset="0"/>
                <a:cs typeface="Arial" panose="020B0604020202020204" pitchFamily="34" charset="0"/>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Textmasterformat bearbeiten </a:t>
            </a:r>
          </a:p>
          <a:p>
            <a:pPr lvl="1"/>
            <a:r>
              <a:rPr lang="de-DE" dirty="0"/>
              <a:t>Zweite Ebene</a:t>
            </a:r>
          </a:p>
        </p:txBody>
      </p:sp>
      <p:sp>
        <p:nvSpPr>
          <p:cNvPr id="25" name="Textplatzhalter 14"/>
          <p:cNvSpPr>
            <a:spLocks noGrp="1"/>
          </p:cNvSpPr>
          <p:nvPr>
            <p:ph type="body" sz="quarter" idx="20"/>
          </p:nvPr>
        </p:nvSpPr>
        <p:spPr>
          <a:xfrm>
            <a:off x="20733052" y="29264400"/>
            <a:ext cx="9720000" cy="4319999"/>
          </a:xfrm>
        </p:spPr>
        <p:txBody>
          <a:bodyPr lIns="756000" tIns="432000" rIns="1080000" bIns="180000">
            <a:noAutofit/>
          </a:bodyPr>
          <a:lstStyle>
            <a:lvl1pPr marL="367455" indent="-367455">
              <a:lnSpc>
                <a:spcPts val="3426"/>
              </a:lnSpc>
              <a:spcAft>
                <a:spcPts val="2651"/>
              </a:spcAft>
              <a:buClr>
                <a:schemeClr val="tx1"/>
              </a:buClr>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369074" indent="-369074">
              <a:lnSpc>
                <a:spcPts val="3426"/>
              </a:lnSpc>
              <a:spcAft>
                <a:spcPts val="2651"/>
              </a:spcAft>
              <a:buClr>
                <a:schemeClr val="tx1"/>
              </a:buClr>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Textmasterformat bearbeiten</a:t>
            </a:r>
          </a:p>
          <a:p>
            <a:pPr lvl="1"/>
            <a:r>
              <a:rPr lang="de-DE" dirty="0"/>
              <a:t>Zweite Ebene</a:t>
            </a:r>
          </a:p>
        </p:txBody>
      </p:sp>
      <p:sp>
        <p:nvSpPr>
          <p:cNvPr id="44" name="Rechteck 43"/>
          <p:cNvSpPr/>
          <p:nvPr userDrawn="1"/>
        </p:nvSpPr>
        <p:spPr>
          <a:xfrm>
            <a:off x="25357219" y="24104792"/>
            <a:ext cx="3780000" cy="183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Rechteck 44"/>
          <p:cNvSpPr/>
          <p:nvPr userDrawn="1"/>
        </p:nvSpPr>
        <p:spPr>
          <a:xfrm>
            <a:off x="21333254" y="26193321"/>
            <a:ext cx="3780000" cy="183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6" name="Rechteck 45"/>
          <p:cNvSpPr/>
          <p:nvPr userDrawn="1"/>
        </p:nvSpPr>
        <p:spPr>
          <a:xfrm>
            <a:off x="25357219" y="26193321"/>
            <a:ext cx="3780000" cy="183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 name="Rechteck 46"/>
          <p:cNvSpPr/>
          <p:nvPr userDrawn="1"/>
        </p:nvSpPr>
        <p:spPr>
          <a:xfrm>
            <a:off x="21333254" y="24104792"/>
            <a:ext cx="3780000" cy="183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8" name="Bildplatzhalter 17"/>
          <p:cNvSpPr>
            <a:spLocks noGrp="1" noChangeAspect="1"/>
          </p:cNvSpPr>
          <p:nvPr>
            <p:ph type="pic" sz="quarter" idx="16" hasCustomPrompt="1"/>
          </p:nvPr>
        </p:nvSpPr>
        <p:spPr>
          <a:xfrm>
            <a:off x="21598827" y="24248984"/>
            <a:ext cx="3478587" cy="1584000"/>
          </a:xfrm>
          <a:solidFill>
            <a:schemeClr val="bg1"/>
          </a:solidFill>
        </p:spPr>
        <p:txBody>
          <a:bodyPr wrap="none" lIns="0" tIns="0" rIns="0" bIns="0" anchor="ctr"/>
          <a:lstStyle>
            <a:lvl1pPr marL="0" indent="0" algn="ctr">
              <a:buNone/>
              <a:defRPr sz="2600"/>
            </a:lvl1pPr>
          </a:lstStyle>
          <a:p>
            <a:r>
              <a:rPr lang="de-DE" dirty="0"/>
              <a:t>Logo</a:t>
            </a:r>
          </a:p>
        </p:txBody>
      </p:sp>
      <p:sp>
        <p:nvSpPr>
          <p:cNvPr id="49" name="Bildplatzhalter 17"/>
          <p:cNvSpPr>
            <a:spLocks noGrp="1" noChangeAspect="1"/>
          </p:cNvSpPr>
          <p:nvPr>
            <p:ph type="pic" sz="quarter" idx="17" hasCustomPrompt="1"/>
          </p:nvPr>
        </p:nvSpPr>
        <p:spPr>
          <a:xfrm>
            <a:off x="25631275" y="24248984"/>
            <a:ext cx="3478587" cy="1584000"/>
          </a:xfrm>
          <a:solidFill>
            <a:schemeClr val="bg1"/>
          </a:solidFill>
        </p:spPr>
        <p:txBody>
          <a:bodyPr wrap="none" lIns="0" tIns="0" rIns="0" bIns="0" anchor="ctr"/>
          <a:lstStyle>
            <a:lvl1pPr marL="0" indent="0" algn="ctr">
              <a:buNone/>
              <a:defRPr sz="2600"/>
            </a:lvl1pPr>
          </a:lstStyle>
          <a:p>
            <a:r>
              <a:rPr lang="de-DE" dirty="0"/>
              <a:t>Logo</a:t>
            </a:r>
          </a:p>
        </p:txBody>
      </p:sp>
      <p:sp>
        <p:nvSpPr>
          <p:cNvPr id="50" name="Bildplatzhalter 17"/>
          <p:cNvSpPr>
            <a:spLocks noGrp="1" noChangeAspect="1"/>
          </p:cNvSpPr>
          <p:nvPr>
            <p:ph type="pic" sz="quarter" idx="18" hasCustomPrompt="1"/>
          </p:nvPr>
        </p:nvSpPr>
        <p:spPr>
          <a:xfrm>
            <a:off x="21598827" y="26313450"/>
            <a:ext cx="3478587" cy="1584000"/>
          </a:xfrm>
          <a:solidFill>
            <a:schemeClr val="bg1"/>
          </a:solidFill>
        </p:spPr>
        <p:txBody>
          <a:bodyPr wrap="none" lIns="0" tIns="0" rIns="0" bIns="0" anchor="ctr"/>
          <a:lstStyle>
            <a:lvl1pPr marL="0" indent="0" algn="ctr">
              <a:buNone/>
              <a:defRPr sz="2600"/>
            </a:lvl1pPr>
          </a:lstStyle>
          <a:p>
            <a:r>
              <a:rPr lang="de-DE" dirty="0"/>
              <a:t>Logo</a:t>
            </a:r>
          </a:p>
        </p:txBody>
      </p:sp>
      <p:sp>
        <p:nvSpPr>
          <p:cNvPr id="51" name="Bildplatzhalter 17"/>
          <p:cNvSpPr>
            <a:spLocks noGrp="1" noChangeAspect="1"/>
          </p:cNvSpPr>
          <p:nvPr>
            <p:ph type="pic" sz="quarter" idx="19" hasCustomPrompt="1"/>
          </p:nvPr>
        </p:nvSpPr>
        <p:spPr>
          <a:xfrm>
            <a:off x="25631275" y="26313450"/>
            <a:ext cx="3478587" cy="1584000"/>
          </a:xfrm>
          <a:solidFill>
            <a:schemeClr val="bg1"/>
          </a:solidFill>
        </p:spPr>
        <p:txBody>
          <a:bodyPr wrap="none" lIns="0" tIns="0" rIns="0" bIns="0" anchor="ctr"/>
          <a:lstStyle>
            <a:lvl1pPr marL="0" indent="0" algn="ctr">
              <a:buNone/>
              <a:defRPr sz="2600"/>
            </a:lvl1pPr>
          </a:lstStyle>
          <a:p>
            <a:r>
              <a:rPr lang="de-DE" dirty="0"/>
              <a:t>Logo</a:t>
            </a:r>
          </a:p>
        </p:txBody>
      </p:sp>
      <p:sp>
        <p:nvSpPr>
          <p:cNvPr id="52" name="Bildplatzhalter 8"/>
          <p:cNvSpPr>
            <a:spLocks noGrp="1"/>
          </p:cNvSpPr>
          <p:nvPr>
            <p:ph type="pic" sz="quarter" idx="21"/>
          </p:nvPr>
        </p:nvSpPr>
        <p:spPr>
          <a:xfrm>
            <a:off x="2178050" y="13195298"/>
            <a:ext cx="5436000" cy="2952000"/>
          </a:xfrm>
        </p:spPr>
        <p:txBody>
          <a:bodyPr/>
          <a:lstStyle>
            <a:lvl1pPr marL="0" indent="0">
              <a:buFontTx/>
              <a:buNone/>
              <a:defRPr>
                <a:latin typeface="Arial" panose="020B0604020202020204" pitchFamily="34" charset="0"/>
                <a:cs typeface="Arial" panose="020B0604020202020204" pitchFamily="34" charset="0"/>
              </a:defRPr>
            </a:lvl1pPr>
          </a:lstStyle>
          <a:p>
            <a:r>
              <a:rPr lang="de-DE" dirty="0"/>
              <a:t>Bild durch Klicken auf Symbol hinzufügen</a:t>
            </a:r>
          </a:p>
        </p:txBody>
      </p:sp>
      <p:sp>
        <p:nvSpPr>
          <p:cNvPr id="53" name="Bildplatzhalter 8"/>
          <p:cNvSpPr>
            <a:spLocks noGrp="1"/>
          </p:cNvSpPr>
          <p:nvPr>
            <p:ph type="pic" sz="quarter" idx="22"/>
          </p:nvPr>
        </p:nvSpPr>
        <p:spPr>
          <a:xfrm>
            <a:off x="13068050" y="13195299"/>
            <a:ext cx="4644000" cy="2952000"/>
          </a:xfrm>
        </p:spPr>
        <p:txBody>
          <a:bodyPr/>
          <a:lstStyle>
            <a:lvl1pPr marL="0" indent="0">
              <a:buFontTx/>
              <a:buNone/>
              <a:defRPr>
                <a:latin typeface="Arial" panose="020B0604020202020204" pitchFamily="34" charset="0"/>
                <a:cs typeface="Arial" panose="020B0604020202020204" pitchFamily="34" charset="0"/>
              </a:defRPr>
            </a:lvl1pPr>
          </a:lstStyle>
          <a:p>
            <a:r>
              <a:rPr lang="de-DE" dirty="0"/>
              <a:t>Bild durch Klicken auf Symbol hinzufügen</a:t>
            </a:r>
          </a:p>
        </p:txBody>
      </p:sp>
      <p:sp>
        <p:nvSpPr>
          <p:cNvPr id="54" name="Bildplatzhalter 8"/>
          <p:cNvSpPr>
            <a:spLocks noGrp="1"/>
          </p:cNvSpPr>
          <p:nvPr>
            <p:ph type="pic" sz="quarter" idx="24"/>
          </p:nvPr>
        </p:nvSpPr>
        <p:spPr>
          <a:xfrm>
            <a:off x="7623050" y="13195298"/>
            <a:ext cx="5436000" cy="2952000"/>
          </a:xfrm>
        </p:spPr>
        <p:txBody>
          <a:bodyPr/>
          <a:lstStyle>
            <a:lvl1pPr marL="0" indent="0">
              <a:buFontTx/>
              <a:buNone/>
              <a:defRPr>
                <a:latin typeface="Arial" panose="020B0604020202020204" pitchFamily="34" charset="0"/>
                <a:cs typeface="Arial" panose="020B0604020202020204" pitchFamily="34" charset="0"/>
              </a:defRPr>
            </a:lvl1pPr>
          </a:lstStyle>
          <a:p>
            <a:r>
              <a:rPr lang="de-DE" dirty="0"/>
              <a:t>Bild durch Klicken auf Symbol hinzufügen</a:t>
            </a:r>
          </a:p>
        </p:txBody>
      </p:sp>
      <p:sp>
        <p:nvSpPr>
          <p:cNvPr id="55" name="Textplatzhalter 13"/>
          <p:cNvSpPr>
            <a:spLocks noGrp="1"/>
          </p:cNvSpPr>
          <p:nvPr>
            <p:ph type="body" sz="quarter" idx="23" hasCustomPrompt="1"/>
          </p:nvPr>
        </p:nvSpPr>
        <p:spPr>
          <a:xfrm>
            <a:off x="2178050" y="16222843"/>
            <a:ext cx="15534000" cy="612000"/>
          </a:xfrm>
          <a:solidFill>
            <a:schemeClr val="accent2"/>
          </a:solidFill>
        </p:spPr>
        <p:txBody>
          <a:bodyPr tIns="0" rIns="180000" bIns="0" anchor="ctr" anchorCtr="0"/>
          <a:lstStyle>
            <a:lvl1pPr marL="0" indent="0">
              <a:lnSpc>
                <a:spcPts val="3600"/>
              </a:lnSpc>
              <a:buFontTx/>
              <a:buNone/>
              <a:defRPr sz="2500">
                <a:solidFill>
                  <a:schemeClr val="bg1"/>
                </a:solidFill>
                <a:latin typeface="Arial" panose="020B0604020202020204" pitchFamily="34" charset="0"/>
                <a:cs typeface="Arial" panose="020B0604020202020204" pitchFamily="34" charset="0"/>
              </a:defRPr>
            </a:lvl1pPr>
            <a:lvl2pPr>
              <a:lnSpc>
                <a:spcPts val="3600"/>
              </a:lnSpc>
              <a:defRPr sz="2500">
                <a:solidFill>
                  <a:schemeClr val="bg1"/>
                </a:solidFill>
              </a:defRPr>
            </a:lvl2pPr>
            <a:lvl3pPr>
              <a:lnSpc>
                <a:spcPts val="3600"/>
              </a:lnSpc>
              <a:defRPr sz="2500">
                <a:solidFill>
                  <a:schemeClr val="bg1"/>
                </a:solidFill>
              </a:defRPr>
            </a:lvl3pPr>
            <a:lvl4pPr>
              <a:lnSpc>
                <a:spcPts val="3600"/>
              </a:lnSpc>
              <a:defRPr sz="2500">
                <a:solidFill>
                  <a:schemeClr val="bg1"/>
                </a:solidFill>
              </a:defRPr>
            </a:lvl4pPr>
            <a:lvl5pPr>
              <a:lnSpc>
                <a:spcPts val="3600"/>
              </a:lnSpc>
              <a:defRPr sz="2500">
                <a:solidFill>
                  <a:schemeClr val="bg1"/>
                </a:solidFill>
              </a:defRPr>
            </a:lvl5pPr>
          </a:lstStyle>
          <a:p>
            <a:pPr lvl="0"/>
            <a:r>
              <a:rPr lang="de-DE" dirty="0"/>
              <a:t>Bildunterschrift</a:t>
            </a:r>
          </a:p>
        </p:txBody>
      </p:sp>
    </p:spTree>
    <p:extLst>
      <p:ext uri="{BB962C8B-B14F-4D97-AF65-F5344CB8AC3E}">
        <p14:creationId xmlns:p14="http://schemas.microsoft.com/office/powerpoint/2010/main" val="2176927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Nicht benutzen!">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51454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 y="37764000"/>
            <a:ext cx="30995998" cy="5760885"/>
          </a:xfrm>
          <a:prstGeom prst="rect">
            <a:avLst/>
          </a:prstGeom>
        </p:spPr>
      </p:pic>
      <p:sp>
        <p:nvSpPr>
          <p:cNvPr id="2" name="Titelplatzhalter 1"/>
          <p:cNvSpPr>
            <a:spLocks noGrp="1"/>
          </p:cNvSpPr>
          <p:nvPr>
            <p:ph type="title"/>
          </p:nvPr>
        </p:nvSpPr>
        <p:spPr>
          <a:xfrm>
            <a:off x="1828054" y="1629034"/>
            <a:ext cx="16695329" cy="3221695"/>
          </a:xfrm>
          <a:prstGeom prst="rect">
            <a:avLst/>
          </a:prstGeom>
        </p:spPr>
        <p:txBody>
          <a:bodyPr vert="horz" lIns="367085" tIns="183543" rIns="367085" bIns="183543" rtlCol="0" anchor="t">
            <a:noAutofit/>
          </a:bodyPr>
          <a:lstStyle/>
          <a:p>
            <a:r>
              <a:rPr lang="de-DE" dirty="0"/>
              <a:t>Titelmasterformat durch Klicken bearbeiten</a:t>
            </a:r>
          </a:p>
        </p:txBody>
      </p:sp>
      <p:sp>
        <p:nvSpPr>
          <p:cNvPr id="3" name="Textplatzhalter 2"/>
          <p:cNvSpPr>
            <a:spLocks noGrp="1"/>
          </p:cNvSpPr>
          <p:nvPr>
            <p:ph type="body" idx="1"/>
          </p:nvPr>
        </p:nvSpPr>
        <p:spPr>
          <a:xfrm>
            <a:off x="1828053" y="9365464"/>
            <a:ext cx="16695329" cy="1491070"/>
          </a:xfrm>
          <a:prstGeom prst="rect">
            <a:avLst/>
          </a:prstGeom>
        </p:spPr>
        <p:txBody>
          <a:bodyPr vert="horz" wrap="square" lIns="367085" tIns="183543" rIns="734170" bIns="183543" rtlCol="0">
            <a:spAutoFit/>
          </a:bodyPr>
          <a:lstStyle/>
          <a:p>
            <a:pPr lvl="0"/>
            <a:r>
              <a:rPr lang="de-DE" dirty="0"/>
              <a:t>Textmasterformat bearbeiten</a:t>
            </a:r>
          </a:p>
          <a:p>
            <a:pPr lvl="1"/>
            <a:r>
              <a:rPr lang="de-DE" dirty="0"/>
              <a:t>Zweite Ebene</a:t>
            </a:r>
          </a:p>
        </p:txBody>
      </p:sp>
      <p:sp>
        <p:nvSpPr>
          <p:cNvPr id="16" name="Datumsplatzhalter 3"/>
          <p:cNvSpPr txBox="1">
            <a:spLocks/>
          </p:cNvSpPr>
          <p:nvPr/>
        </p:nvSpPr>
        <p:spPr>
          <a:xfrm>
            <a:off x="1828053" y="41749200"/>
            <a:ext cx="11368041" cy="968400"/>
          </a:xfrm>
          <a:prstGeom prst="rect">
            <a:avLst/>
          </a:prstGeom>
        </p:spPr>
        <p:txBody>
          <a:bodyPr vert="horz" lIns="367085" tIns="183543" rIns="367085" bIns="0" rtlCol="0" anchor="b" anchorCtr="0"/>
          <a:lstStyle>
            <a:defPPr>
              <a:defRPr lang="de-DE"/>
            </a:defPPr>
            <a:lvl1pPr marL="0" algn="l" defTabSz="4176431" rtl="0" eaLnBrk="1" latinLnBrk="0" hangingPunct="1">
              <a:defRPr sz="5500" kern="1200">
                <a:solidFill>
                  <a:schemeClr val="tx1">
                    <a:tint val="75000"/>
                  </a:schemeClr>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a:lstStyle>
          <a:p>
            <a:pPr marL="0" marR="0" indent="0" algn="l" defTabSz="4176431" rtl="0" eaLnBrk="1" fontAlgn="auto" latinLnBrk="0" hangingPunct="1">
              <a:lnSpc>
                <a:spcPct val="100000"/>
              </a:lnSpc>
              <a:spcBef>
                <a:spcPts val="0"/>
              </a:spcBef>
              <a:spcAft>
                <a:spcPts val="0"/>
              </a:spcAft>
              <a:buClrTx/>
              <a:buSzTx/>
              <a:buFontTx/>
              <a:buNone/>
              <a:tabLst/>
              <a:defRPr/>
            </a:pPr>
            <a:r>
              <a:rPr lang="de-DE" sz="2600" dirty="0">
                <a:solidFill>
                  <a:schemeClr val="bg1"/>
                </a:solidFill>
                <a:latin typeface="Arial" panose="020B0604020202020204" pitchFamily="34" charset="0"/>
                <a:cs typeface="Arial" panose="020B0604020202020204" pitchFamily="34" charset="0"/>
              </a:rPr>
              <a:t>Alle Informationen</a:t>
            </a:r>
            <a:r>
              <a:rPr lang="de-DE" sz="2600" baseline="0" dirty="0">
                <a:solidFill>
                  <a:schemeClr val="bg1"/>
                </a:solidFill>
                <a:latin typeface="Arial" panose="020B0604020202020204" pitchFamily="34" charset="0"/>
                <a:cs typeface="Arial" panose="020B0604020202020204" pitchFamily="34" charset="0"/>
              </a:rPr>
              <a:t> </a:t>
            </a:r>
            <a:r>
              <a:rPr lang="de-DE" sz="2600" dirty="0">
                <a:solidFill>
                  <a:schemeClr val="bg1"/>
                </a:solidFill>
                <a:latin typeface="Arial" panose="020B0604020202020204" pitchFamily="34" charset="0"/>
                <a:cs typeface="Arial" panose="020B0604020202020204" pitchFamily="34" charset="0"/>
              </a:rPr>
              <a:t>finden</a:t>
            </a:r>
            <a:r>
              <a:rPr lang="de-DE" sz="2600" baseline="0" dirty="0">
                <a:solidFill>
                  <a:schemeClr val="bg1"/>
                </a:solidFill>
                <a:latin typeface="Arial" panose="020B0604020202020204" pitchFamily="34" charset="0"/>
                <a:cs typeface="Arial" panose="020B0604020202020204" pitchFamily="34" charset="0"/>
              </a:rPr>
              <a:t> </a:t>
            </a:r>
            <a:r>
              <a:rPr lang="de-DE" sz="2600" dirty="0">
                <a:solidFill>
                  <a:schemeClr val="bg1"/>
                </a:solidFill>
                <a:latin typeface="Arial" panose="020B0604020202020204" pitchFamily="34" charset="0"/>
                <a:cs typeface="Arial" panose="020B0604020202020204" pitchFamily="34" charset="0"/>
              </a:rPr>
              <a:t>Sie unter:</a:t>
            </a:r>
            <a:r>
              <a:rPr lang="de-DE" sz="2600" baseline="0" dirty="0">
                <a:solidFill>
                  <a:schemeClr val="bg1"/>
                </a:solidFill>
                <a:latin typeface="Arial" panose="020B0604020202020204" pitchFamily="34" charset="0"/>
                <a:cs typeface="Arial" panose="020B0604020202020204" pitchFamily="34" charset="0"/>
              </a:rPr>
              <a:t> </a:t>
            </a:r>
            <a:r>
              <a:rPr lang="de-DE" sz="3600" b="1" dirty="0">
                <a:solidFill>
                  <a:schemeClr val="bg1"/>
                </a:solidFill>
                <a:latin typeface="Arial" panose="020B0604020202020204" pitchFamily="34" charset="0"/>
                <a:cs typeface="Arial" panose="020B0604020202020204" pitchFamily="34" charset="0"/>
              </a:rPr>
              <a:t>www.dhbw-stuttgart.de</a:t>
            </a:r>
            <a:endParaRPr lang="de-DE" sz="3600" dirty="0">
              <a:solidFill>
                <a:schemeClr val="bg1"/>
              </a:solidFill>
              <a:latin typeface="Arial" panose="020B0604020202020204" pitchFamily="34" charset="0"/>
              <a:cs typeface="Arial" panose="020B0604020202020204" pitchFamily="34" charset="0"/>
            </a:endParaRPr>
          </a:p>
        </p:txBody>
      </p:sp>
      <p:sp>
        <p:nvSpPr>
          <p:cNvPr id="19" name="Fußzeilenplatzhalter 4"/>
          <p:cNvSpPr txBox="1">
            <a:spLocks/>
          </p:cNvSpPr>
          <p:nvPr/>
        </p:nvSpPr>
        <p:spPr>
          <a:xfrm>
            <a:off x="21477014" y="38758513"/>
            <a:ext cx="3816424" cy="936104"/>
          </a:xfrm>
          <a:prstGeom prst="rect">
            <a:avLst/>
          </a:prstGeom>
        </p:spPr>
        <p:txBody>
          <a:bodyPr vert="horz" lIns="360000" tIns="180000" rIns="324000" bIns="180000" rtlCol="0" anchor="t"/>
          <a:lstStyle>
            <a:defPPr>
              <a:defRPr lang="de-DE"/>
            </a:defPPr>
            <a:lvl1pPr marL="0" algn="ctr" defTabSz="4176431" rtl="0" eaLnBrk="1" latinLnBrk="0" hangingPunct="1">
              <a:defRPr sz="2600" kern="1200">
                <a:solidFill>
                  <a:schemeClr val="tx1">
                    <a:tint val="75000"/>
                  </a:schemeClr>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a:lstStyle>
          <a:p>
            <a:pPr algn="l"/>
            <a:r>
              <a:rPr lang="de-DE" sz="4100" dirty="0">
                <a:solidFill>
                  <a:srgbClr val="FFFFFF"/>
                </a:solidFill>
                <a:latin typeface="Georgia" panose="02040502050405020303" pitchFamily="18" charset="0"/>
              </a:rPr>
              <a:t>Kontakt</a:t>
            </a:r>
          </a:p>
        </p:txBody>
      </p:sp>
      <p:pic>
        <p:nvPicPr>
          <p:cNvPr id="6" name="Grafik 5"/>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2134814" y="1688191"/>
            <a:ext cx="6984000" cy="3475105"/>
          </a:xfrm>
          <a:prstGeom prst="rect">
            <a:avLst/>
          </a:prstGeom>
        </p:spPr>
      </p:pic>
      <p:sp>
        <p:nvSpPr>
          <p:cNvPr id="9" name="Textfeld 8"/>
          <p:cNvSpPr txBox="1"/>
          <p:nvPr userDrawn="1"/>
        </p:nvSpPr>
        <p:spPr>
          <a:xfrm>
            <a:off x="21837054" y="40250586"/>
            <a:ext cx="7992888" cy="400110"/>
          </a:xfrm>
          <a:prstGeom prst="rect">
            <a:avLst/>
          </a:prstGeom>
          <a:noFill/>
        </p:spPr>
        <p:txBody>
          <a:bodyPr wrap="square" lIns="0" tIns="0" rIns="0" bIns="0" rtlCol="0" anchor="ctr" anchorCtr="0">
            <a:spAutoFit/>
          </a:bodyPr>
          <a:lstStyle/>
          <a:p>
            <a:pPr algn="l"/>
            <a:r>
              <a:rPr lang="de-DE" sz="2600" b="1" dirty="0">
                <a:solidFill>
                  <a:srgbClr val="FFFFFF"/>
                </a:solidFill>
                <a:latin typeface="Arial" panose="020B0604020202020204" pitchFamily="34" charset="0"/>
                <a:cs typeface="Arial" panose="020B0604020202020204" pitchFamily="34" charset="0"/>
              </a:rPr>
              <a:t>Duale</a:t>
            </a:r>
            <a:r>
              <a:rPr lang="de-DE" sz="2600" b="1" baseline="0" dirty="0">
                <a:solidFill>
                  <a:srgbClr val="FFFFFF"/>
                </a:solidFill>
                <a:latin typeface="Arial" panose="020B0604020202020204" pitchFamily="34" charset="0"/>
                <a:cs typeface="Arial" panose="020B0604020202020204" pitchFamily="34" charset="0"/>
              </a:rPr>
              <a:t> </a:t>
            </a:r>
            <a:r>
              <a:rPr lang="de-DE" sz="2600" b="1" dirty="0">
                <a:solidFill>
                  <a:srgbClr val="FFFFFF"/>
                </a:solidFill>
                <a:latin typeface="Arial" panose="020B0604020202020204" pitchFamily="34" charset="0"/>
                <a:cs typeface="Arial" panose="020B0604020202020204" pitchFamily="34" charset="0"/>
              </a:rPr>
              <a:t>Hochschule</a:t>
            </a:r>
            <a:r>
              <a:rPr lang="de-DE" sz="2600" b="1" baseline="0" dirty="0">
                <a:solidFill>
                  <a:srgbClr val="FFFFFF"/>
                </a:solidFill>
                <a:latin typeface="Arial" panose="020B0604020202020204" pitchFamily="34" charset="0"/>
                <a:cs typeface="Arial" panose="020B0604020202020204" pitchFamily="34" charset="0"/>
              </a:rPr>
              <a:t> </a:t>
            </a:r>
            <a:r>
              <a:rPr lang="de-DE" sz="2600" b="1" dirty="0">
                <a:solidFill>
                  <a:srgbClr val="FFFFFF"/>
                </a:solidFill>
                <a:latin typeface="Arial" panose="020B0604020202020204" pitchFamily="34" charset="0"/>
                <a:cs typeface="Arial" panose="020B0604020202020204" pitchFamily="34" charset="0"/>
              </a:rPr>
              <a:t>Baden-Württemberg Stuttgart</a:t>
            </a:r>
            <a:endParaRPr lang="de-DE" sz="2600" b="1" dirty="0">
              <a:latin typeface="Arial" panose="020B0604020202020204" pitchFamily="34" charset="0"/>
              <a:cs typeface="Arial" panose="020B0604020202020204" pitchFamily="34" charset="0"/>
            </a:endParaRPr>
          </a:p>
        </p:txBody>
      </p:sp>
      <p:cxnSp>
        <p:nvCxnSpPr>
          <p:cNvPr id="11" name="Gerade Verbindung 10"/>
          <p:cNvCxnSpPr/>
          <p:nvPr userDrawn="1"/>
        </p:nvCxnSpPr>
        <p:spPr>
          <a:xfrm>
            <a:off x="0" y="360000"/>
            <a:ext cx="252000" cy="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7" name="Gerade Verbindung 16"/>
          <p:cNvCxnSpPr/>
          <p:nvPr userDrawn="1"/>
        </p:nvCxnSpPr>
        <p:spPr>
          <a:xfrm>
            <a:off x="30744000" y="360000"/>
            <a:ext cx="252000" cy="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 name="Gerade Verbindung 17"/>
          <p:cNvCxnSpPr/>
          <p:nvPr userDrawn="1"/>
        </p:nvCxnSpPr>
        <p:spPr>
          <a:xfrm>
            <a:off x="0" y="43164000"/>
            <a:ext cx="252000" cy="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 name="Gerade Verbindung 19"/>
          <p:cNvCxnSpPr/>
          <p:nvPr userDrawn="1"/>
        </p:nvCxnSpPr>
        <p:spPr>
          <a:xfrm>
            <a:off x="30744000" y="43164000"/>
            <a:ext cx="252000" cy="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 name="Gerade Verbindung 12"/>
          <p:cNvCxnSpPr/>
          <p:nvPr userDrawn="1"/>
        </p:nvCxnSpPr>
        <p:spPr>
          <a:xfrm>
            <a:off x="360000" y="43272000"/>
            <a:ext cx="0" cy="25200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 name="Gerade Verbindung 21"/>
          <p:cNvCxnSpPr/>
          <p:nvPr userDrawn="1"/>
        </p:nvCxnSpPr>
        <p:spPr>
          <a:xfrm>
            <a:off x="30636000" y="43272000"/>
            <a:ext cx="0" cy="25200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3" name="Gerade Verbindung 22"/>
          <p:cNvCxnSpPr/>
          <p:nvPr userDrawn="1"/>
        </p:nvCxnSpPr>
        <p:spPr>
          <a:xfrm>
            <a:off x="30636000" y="0"/>
            <a:ext cx="0" cy="25200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 name="Gerade Verbindung 23"/>
          <p:cNvCxnSpPr/>
          <p:nvPr userDrawn="1"/>
        </p:nvCxnSpPr>
        <p:spPr>
          <a:xfrm>
            <a:off x="360000" y="0"/>
            <a:ext cx="0" cy="25200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0628525"/>
      </p:ext>
    </p:extLst>
  </p:cSld>
  <p:clrMap bg1="lt1" tx1="dk1" bg2="lt2" tx2="dk2" accent1="accent1" accent2="accent2" accent3="accent3" accent4="accent4" accent5="accent5" accent6="accent6" hlink="hlink" folHlink="folHlink"/>
  <p:sldLayoutIdLst>
    <p:sldLayoutId id="2147483654" r:id="rId1"/>
    <p:sldLayoutId id="2147483653" r:id="rId2"/>
  </p:sldLayoutIdLst>
  <p:txStyles>
    <p:titleStyle>
      <a:lvl1pPr algn="l" defTabSz="4258627" rtl="0" eaLnBrk="1" latinLnBrk="0" hangingPunct="1">
        <a:lnSpc>
          <a:spcPts val="11217"/>
        </a:lnSpc>
        <a:spcBef>
          <a:spcPct val="0"/>
        </a:spcBef>
        <a:buNone/>
        <a:defRPr sz="9200" kern="1200">
          <a:solidFill>
            <a:schemeClr val="tx1"/>
          </a:solidFill>
          <a:latin typeface="Georgia" panose="02040502050405020303" pitchFamily="18" charset="0"/>
          <a:ea typeface="+mj-ea"/>
          <a:cs typeface="+mj-cs"/>
        </a:defRPr>
      </a:lvl1pPr>
    </p:titleStyle>
    <p:bodyStyle>
      <a:lvl1pPr marL="736529" indent="-736529" algn="l" defTabSz="4258627" rtl="0" eaLnBrk="1" latinLnBrk="0" hangingPunct="1">
        <a:lnSpc>
          <a:spcPts val="4384"/>
        </a:lnSpc>
        <a:spcBef>
          <a:spcPts val="0"/>
        </a:spcBef>
        <a:buClr>
          <a:schemeClr val="accent1"/>
        </a:buClr>
        <a:buFont typeface="Arial" panose="020B0604020202020204" pitchFamily="34" charset="0"/>
        <a:buChar char="»"/>
        <a:defRPr sz="3600" kern="1200">
          <a:solidFill>
            <a:schemeClr val="tx1"/>
          </a:solidFill>
          <a:latin typeface="Arial" panose="020B0604020202020204" pitchFamily="34" charset="0"/>
          <a:ea typeface="+mn-ea"/>
          <a:cs typeface="Arial" panose="020B0604020202020204" pitchFamily="34" charset="0"/>
        </a:defRPr>
      </a:lvl1pPr>
      <a:lvl2pPr marL="739766" indent="-739766" algn="l" defTabSz="4258627" rtl="0" eaLnBrk="1" latinLnBrk="0" hangingPunct="1">
        <a:lnSpc>
          <a:spcPts val="4384"/>
        </a:lnSpc>
        <a:spcBef>
          <a:spcPts val="0"/>
        </a:spcBef>
        <a:buClr>
          <a:schemeClr val="accent1"/>
        </a:buClr>
        <a:buFont typeface="Arial" panose="020B0604020202020204" pitchFamily="34" charset="0"/>
        <a:buChar char="»"/>
        <a:defRPr sz="3600" kern="1200">
          <a:solidFill>
            <a:schemeClr val="tx1"/>
          </a:solidFill>
          <a:latin typeface="Arial" panose="020B0604020202020204" pitchFamily="34" charset="0"/>
          <a:ea typeface="+mn-ea"/>
          <a:cs typeface="Arial" panose="020B0604020202020204" pitchFamily="34" charset="0"/>
        </a:defRPr>
      </a:lvl2pPr>
      <a:lvl3pPr marL="739766" indent="0" algn="l" defTabSz="4258627" rtl="0" eaLnBrk="1" latinLnBrk="0" hangingPunct="1">
        <a:lnSpc>
          <a:spcPts val="4384"/>
        </a:lnSpc>
        <a:spcBef>
          <a:spcPts val="0"/>
        </a:spcBef>
        <a:buFontTx/>
        <a:buNone/>
        <a:defRPr sz="3600" kern="1200">
          <a:solidFill>
            <a:schemeClr val="tx1"/>
          </a:solidFill>
          <a:latin typeface="+mn-lt"/>
          <a:ea typeface="+mn-ea"/>
          <a:cs typeface="+mn-cs"/>
        </a:defRPr>
      </a:lvl3pPr>
      <a:lvl4pPr marL="739766" indent="0" algn="l" defTabSz="4258627" rtl="0" eaLnBrk="1" latinLnBrk="0" hangingPunct="1">
        <a:lnSpc>
          <a:spcPts val="4384"/>
        </a:lnSpc>
        <a:spcBef>
          <a:spcPts val="0"/>
        </a:spcBef>
        <a:buFontTx/>
        <a:buNone/>
        <a:defRPr sz="3600" kern="1200">
          <a:solidFill>
            <a:schemeClr val="tx1"/>
          </a:solidFill>
          <a:latin typeface="+mn-lt"/>
          <a:ea typeface="+mn-ea"/>
          <a:cs typeface="+mn-cs"/>
        </a:defRPr>
      </a:lvl4pPr>
      <a:lvl5pPr marL="739766" indent="0" algn="l" defTabSz="4258627" rtl="0" eaLnBrk="1" latinLnBrk="0" hangingPunct="1">
        <a:lnSpc>
          <a:spcPts val="4384"/>
        </a:lnSpc>
        <a:spcBef>
          <a:spcPts val="0"/>
        </a:spcBef>
        <a:buFontTx/>
        <a:buNone/>
        <a:defRPr sz="3600" kern="1200">
          <a:solidFill>
            <a:schemeClr val="tx1"/>
          </a:solidFill>
          <a:latin typeface="+mn-lt"/>
          <a:ea typeface="+mn-ea"/>
          <a:cs typeface="+mn-cs"/>
        </a:defRPr>
      </a:lvl5pPr>
      <a:lvl6pPr marL="11711222"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6pPr>
      <a:lvl7pPr marL="13840535"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7pPr>
      <a:lvl8pPr marL="15969849"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8pPr>
      <a:lvl9pPr marL="18099161"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9pPr>
    </p:bodyStyle>
    <p:otherStyle>
      <a:defPPr>
        <a:defRPr lang="de-DE"/>
      </a:defPPr>
      <a:lvl1pPr marL="0" algn="l" defTabSz="4258627" rtl="0" eaLnBrk="1" latinLnBrk="0" hangingPunct="1">
        <a:defRPr sz="8300" kern="1200">
          <a:solidFill>
            <a:schemeClr val="tx1"/>
          </a:solidFill>
          <a:latin typeface="+mn-lt"/>
          <a:ea typeface="+mn-ea"/>
          <a:cs typeface="+mn-cs"/>
        </a:defRPr>
      </a:lvl1pPr>
      <a:lvl2pPr marL="2129312" algn="l" defTabSz="4258627" rtl="0" eaLnBrk="1" latinLnBrk="0" hangingPunct="1">
        <a:defRPr sz="8300" kern="1200">
          <a:solidFill>
            <a:schemeClr val="tx1"/>
          </a:solidFill>
          <a:latin typeface="+mn-lt"/>
          <a:ea typeface="+mn-ea"/>
          <a:cs typeface="+mn-cs"/>
        </a:defRPr>
      </a:lvl2pPr>
      <a:lvl3pPr marL="4258627" algn="l" defTabSz="4258627" rtl="0" eaLnBrk="1" latinLnBrk="0" hangingPunct="1">
        <a:defRPr sz="8300" kern="1200">
          <a:solidFill>
            <a:schemeClr val="tx1"/>
          </a:solidFill>
          <a:latin typeface="+mn-lt"/>
          <a:ea typeface="+mn-ea"/>
          <a:cs typeface="+mn-cs"/>
        </a:defRPr>
      </a:lvl3pPr>
      <a:lvl4pPr marL="6387939" algn="l" defTabSz="4258627" rtl="0" eaLnBrk="1" latinLnBrk="0" hangingPunct="1">
        <a:defRPr sz="8300" kern="1200">
          <a:solidFill>
            <a:schemeClr val="tx1"/>
          </a:solidFill>
          <a:latin typeface="+mn-lt"/>
          <a:ea typeface="+mn-ea"/>
          <a:cs typeface="+mn-cs"/>
        </a:defRPr>
      </a:lvl4pPr>
      <a:lvl5pPr marL="8517252" algn="l" defTabSz="4258627" rtl="0" eaLnBrk="1" latinLnBrk="0" hangingPunct="1">
        <a:defRPr sz="8300" kern="1200">
          <a:solidFill>
            <a:schemeClr val="tx1"/>
          </a:solidFill>
          <a:latin typeface="+mn-lt"/>
          <a:ea typeface="+mn-ea"/>
          <a:cs typeface="+mn-cs"/>
        </a:defRPr>
      </a:lvl5pPr>
      <a:lvl6pPr marL="10646565" algn="l" defTabSz="4258627" rtl="0" eaLnBrk="1" latinLnBrk="0" hangingPunct="1">
        <a:defRPr sz="8300" kern="1200">
          <a:solidFill>
            <a:schemeClr val="tx1"/>
          </a:solidFill>
          <a:latin typeface="+mn-lt"/>
          <a:ea typeface="+mn-ea"/>
          <a:cs typeface="+mn-cs"/>
        </a:defRPr>
      </a:lvl6pPr>
      <a:lvl7pPr marL="12775879" algn="l" defTabSz="4258627" rtl="0" eaLnBrk="1" latinLnBrk="0" hangingPunct="1">
        <a:defRPr sz="8300" kern="1200">
          <a:solidFill>
            <a:schemeClr val="tx1"/>
          </a:solidFill>
          <a:latin typeface="+mn-lt"/>
          <a:ea typeface="+mn-ea"/>
          <a:cs typeface="+mn-cs"/>
        </a:defRPr>
      </a:lvl7pPr>
      <a:lvl8pPr marL="14905191" algn="l" defTabSz="4258627" rtl="0" eaLnBrk="1" latinLnBrk="0" hangingPunct="1">
        <a:defRPr sz="8300" kern="1200">
          <a:solidFill>
            <a:schemeClr val="tx1"/>
          </a:solidFill>
          <a:latin typeface="+mn-lt"/>
          <a:ea typeface="+mn-ea"/>
          <a:cs typeface="+mn-cs"/>
        </a:defRPr>
      </a:lvl8pPr>
      <a:lvl9pPr marL="17034505" algn="l" defTabSz="4258627" rtl="0" eaLnBrk="1" latinLnBrk="0" hangingPunct="1">
        <a:defRPr sz="8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image" Target="../media/image11.jpeg"/><Relationship Id="rId7" Type="http://schemas.openxmlformats.org/officeDocument/2006/relationships/image" Target="../media/image8.png"/><Relationship Id="rId2" Type="http://schemas.openxmlformats.org/officeDocument/2006/relationships/image" Target="../media/image10.jpeg"/><Relationship Id="rId1" Type="http://schemas.openxmlformats.org/officeDocument/2006/relationships/slideLayout" Target="../slideLayouts/slideLayout1.xml"/><Relationship Id="rId6" Type="http://schemas.openxmlformats.org/officeDocument/2006/relationships/image" Target="../media/image14.jpg"/><Relationship Id="rId5" Type="http://schemas.openxmlformats.org/officeDocument/2006/relationships/image" Target="../media/image13.jpeg"/><Relationship Id="rId4" Type="http://schemas.openxmlformats.org/officeDocument/2006/relationships/image" Target="../media/image12.jpeg"/></Relationships>
</file>

<file path=ppt/slides/_rels/slide3.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image" Target="../media/image11.jpeg"/><Relationship Id="rId7" Type="http://schemas.openxmlformats.org/officeDocument/2006/relationships/image" Target="../media/image8.png"/><Relationship Id="rId2" Type="http://schemas.openxmlformats.org/officeDocument/2006/relationships/image" Target="../media/image10.jpeg"/><Relationship Id="rId1" Type="http://schemas.openxmlformats.org/officeDocument/2006/relationships/slideLayout" Target="../slideLayouts/slideLayout1.xml"/><Relationship Id="rId6" Type="http://schemas.openxmlformats.org/officeDocument/2006/relationships/image" Target="../media/image14.jpg"/><Relationship Id="rId5" Type="http://schemas.openxmlformats.org/officeDocument/2006/relationships/image" Target="../media/image13.jpeg"/><Relationship Id="rId4" Type="http://schemas.openxmlformats.org/officeDocument/2006/relationships/image" Target="../media/image12.jpeg"/></Relationships>
</file>

<file path=ppt/slides/_rels/slide4.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image" Target="../media/image11.jpeg"/><Relationship Id="rId7" Type="http://schemas.openxmlformats.org/officeDocument/2006/relationships/chart" Target="../charts/chart1.xml"/><Relationship Id="rId12" Type="http://schemas.openxmlformats.org/officeDocument/2006/relationships/image" Target="../media/image15.jpg"/><Relationship Id="rId2" Type="http://schemas.openxmlformats.org/officeDocument/2006/relationships/image" Target="../media/image10.jpeg"/><Relationship Id="rId1" Type="http://schemas.openxmlformats.org/officeDocument/2006/relationships/slideLayout" Target="../slideLayouts/slideLayout1.xml"/><Relationship Id="rId6" Type="http://schemas.openxmlformats.org/officeDocument/2006/relationships/image" Target="../media/image14.jpg"/><Relationship Id="rId11" Type="http://schemas.openxmlformats.org/officeDocument/2006/relationships/image" Target="../media/image8.png"/><Relationship Id="rId5" Type="http://schemas.openxmlformats.org/officeDocument/2006/relationships/image" Target="../media/image13.jpeg"/><Relationship Id="rId10" Type="http://schemas.openxmlformats.org/officeDocument/2006/relationships/chart" Target="../charts/chart4.xml"/><Relationship Id="rId4" Type="http://schemas.openxmlformats.org/officeDocument/2006/relationships/image" Target="../media/image12.jpeg"/><Relationship Id="rId9" Type="http://schemas.openxmlformats.org/officeDocument/2006/relationships/chart" Target="../charts/char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FCBEABFC-64A0-0766-0322-48F97ECA2D75}"/>
              </a:ext>
            </a:extLst>
          </p:cNvPr>
          <p:cNvPicPr>
            <a:picLocks noChangeAspect="1"/>
          </p:cNvPicPr>
          <p:nvPr/>
        </p:nvPicPr>
        <p:blipFill>
          <a:blip r:embed="rId2"/>
          <a:stretch>
            <a:fillRect/>
          </a:stretch>
        </p:blipFill>
        <p:spPr>
          <a:xfrm>
            <a:off x="2519770" y="17275031"/>
            <a:ext cx="14425466" cy="7055365"/>
          </a:xfrm>
          <a:prstGeom prst="rect">
            <a:avLst/>
          </a:prstGeom>
        </p:spPr>
      </p:pic>
      <p:sp>
        <p:nvSpPr>
          <p:cNvPr id="18" name="Textplatzhalter 17"/>
          <p:cNvSpPr>
            <a:spLocks noGrp="1"/>
          </p:cNvSpPr>
          <p:nvPr>
            <p:ph type="body" sz="quarter" idx="15"/>
          </p:nvPr>
        </p:nvSpPr>
        <p:spPr>
          <a:xfrm>
            <a:off x="20736000" y="18174819"/>
            <a:ext cx="10008000" cy="3733822"/>
          </a:xfrm>
          <a:solidFill>
            <a:srgbClr val="EDEDED"/>
          </a:solidFill>
        </p:spPr>
        <p:txBody>
          <a:bodyPr/>
          <a:lstStyle/>
          <a:p>
            <a:r>
              <a:rPr lang="en-DE" dirty="0"/>
              <a:t>Position DT-based </a:t>
            </a:r>
            <a:r>
              <a:rPr lang="en-DE" dirty="0" err="1"/>
              <a:t>PdM</a:t>
            </a:r>
            <a:r>
              <a:rPr lang="en-DE" dirty="0"/>
              <a:t> as a CRM extension, not an IT project — the value driver is the quality of proactive outreach, not forecast accuracy. </a:t>
            </a:r>
            <a:endParaRPr lang="en-GB" dirty="0"/>
          </a:p>
          <a:p>
            <a:endParaRPr lang="en-GB" dirty="0"/>
          </a:p>
          <a:p>
            <a:r>
              <a:rPr lang="en-DE" dirty="0"/>
              <a:t>Build consent infrastructure first: CRM-integrated opt-in flows and a clear customer value proposition, as a prerequisite rather than an afterthought. Enter in phases via OEM brands that already expose connected-car telemetry APIs, so conversion rates can be measured before a broader infrastructure commitment.</a:t>
            </a:r>
            <a:endParaRPr lang="de-DE" dirty="0">
              <a:solidFill>
                <a:srgbClr val="5D686E"/>
              </a:solidFill>
            </a:endParaRPr>
          </a:p>
        </p:txBody>
      </p:sp>
      <p:sp>
        <p:nvSpPr>
          <p:cNvPr id="17" name="Textplatzhalter 16"/>
          <p:cNvSpPr>
            <a:spLocks noGrp="1"/>
          </p:cNvSpPr>
          <p:nvPr>
            <p:ph type="body" sz="quarter" idx="14"/>
          </p:nvPr>
        </p:nvSpPr>
        <p:spPr>
          <a:xfrm>
            <a:off x="20736000" y="9223692"/>
            <a:ext cx="10008000" cy="7611149"/>
          </a:xfrm>
          <a:solidFill>
            <a:srgbClr val="EDEDED"/>
          </a:solidFill>
        </p:spPr>
        <p:txBody>
          <a:bodyPr/>
          <a:lstStyle/>
          <a:p>
            <a:r>
              <a:rPr lang="en-DE" b="1" dirty="0"/>
              <a:t>Research question:</a:t>
            </a:r>
            <a:r>
              <a:rPr lang="en-DE" dirty="0"/>
              <a:t> What effect does the proactive use of digital twins and predictive maintenance have on automotive aftersales in the German market?</a:t>
            </a:r>
            <a:endParaRPr lang="en-GB" b="1" dirty="0"/>
          </a:p>
          <a:p>
            <a:endParaRPr lang="en-GB" b="1" dirty="0"/>
          </a:p>
          <a:p>
            <a:r>
              <a:rPr lang="en-DE" b="1" dirty="0"/>
              <a:t>Objectives:</a:t>
            </a:r>
            <a:endParaRPr lang="en-DE" dirty="0"/>
          </a:p>
          <a:p>
            <a:pPr lvl="1"/>
            <a:r>
              <a:rPr lang="en-DE" dirty="0"/>
              <a:t>Clarify how digital twins and </a:t>
            </a:r>
            <a:r>
              <a:rPr lang="en-DE" dirty="0" err="1"/>
              <a:t>PdM</a:t>
            </a:r>
            <a:r>
              <a:rPr lang="en-DE" dirty="0"/>
              <a:t> interact in the aftersales context. </a:t>
            </a:r>
            <a:endParaRPr lang="en-GB" dirty="0"/>
          </a:p>
          <a:p>
            <a:pPr lvl="1"/>
            <a:r>
              <a:rPr lang="en-DE" dirty="0"/>
              <a:t>Compare the predictive target state with the interval-based current state to locate where reactive servicing leaks value. </a:t>
            </a:r>
            <a:endParaRPr lang="en-GB" dirty="0"/>
          </a:p>
          <a:p>
            <a:pPr lvl="1"/>
            <a:r>
              <a:rPr lang="en-DE" dirty="0"/>
              <a:t>Derive actionable recommendations for dealerships and OEMs.</a:t>
            </a:r>
            <a:endParaRPr lang="de-DE" dirty="0">
              <a:solidFill>
                <a:srgbClr val="5D686E"/>
              </a:solidFill>
            </a:endParaRPr>
          </a:p>
          <a:p>
            <a:pPr lvl="1"/>
            <a:endParaRPr lang="de-DE" dirty="0">
              <a:solidFill>
                <a:srgbClr val="5D686E"/>
              </a:solidFill>
            </a:endParaRPr>
          </a:p>
        </p:txBody>
      </p:sp>
      <p:sp>
        <p:nvSpPr>
          <p:cNvPr id="81" name="Rechteck 80"/>
          <p:cNvSpPr/>
          <p:nvPr/>
        </p:nvSpPr>
        <p:spPr>
          <a:xfrm>
            <a:off x="21453076" y="23960776"/>
            <a:ext cx="3780000" cy="183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2" name="Rechteck 81"/>
          <p:cNvSpPr/>
          <p:nvPr/>
        </p:nvSpPr>
        <p:spPr>
          <a:xfrm>
            <a:off x="25477041" y="23960776"/>
            <a:ext cx="3780000" cy="183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3" name="Rechteck 82"/>
          <p:cNvSpPr/>
          <p:nvPr/>
        </p:nvSpPr>
        <p:spPr>
          <a:xfrm>
            <a:off x="21453076" y="26049305"/>
            <a:ext cx="3780000" cy="183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4" name="Rechteck 83"/>
          <p:cNvSpPr/>
          <p:nvPr/>
        </p:nvSpPr>
        <p:spPr>
          <a:xfrm>
            <a:off x="25477041" y="26049305"/>
            <a:ext cx="3780000" cy="183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itel 3"/>
          <p:cNvSpPr>
            <a:spLocks noGrp="1"/>
          </p:cNvSpPr>
          <p:nvPr>
            <p:ph type="title"/>
          </p:nvPr>
        </p:nvSpPr>
        <p:spPr>
          <a:xfrm>
            <a:off x="1828800" y="1530377"/>
            <a:ext cx="20368294" cy="3221695"/>
          </a:xfrm>
        </p:spPr>
        <p:txBody>
          <a:bodyPr/>
          <a:lstStyle/>
          <a:p>
            <a:r>
              <a:rPr lang="en-GB" dirty="0"/>
              <a:t>Digital Twins for Predictive Maintenance in Automotive Aftersales</a:t>
            </a:r>
            <a:endParaRPr lang="de-DE" dirty="0"/>
          </a:p>
        </p:txBody>
      </p:sp>
      <p:sp>
        <p:nvSpPr>
          <p:cNvPr id="5" name="Inhaltsplatzhalter 4"/>
          <p:cNvSpPr>
            <a:spLocks noGrp="1"/>
          </p:cNvSpPr>
          <p:nvPr>
            <p:ph idx="1"/>
          </p:nvPr>
        </p:nvSpPr>
        <p:spPr>
          <a:xfrm>
            <a:off x="1854000" y="9365464"/>
            <a:ext cx="16308000" cy="27140356"/>
          </a:xfrm>
        </p:spPr>
        <p:txBody>
          <a:bodyPr/>
          <a:lstStyle/>
          <a:p>
            <a:r>
              <a:rPr lang="en-DE" dirty="0"/>
              <a:t>Today's vehicles are connected by default and continuously transmit operating data, so the information needed to judge their technical condition already exists. Yet aftersales remains reactive: even well-connected cars are serviced on fixed time or mileage intervals rather than on the actual condition of their parts. Wear parts </a:t>
            </a:r>
            <a:r>
              <a:rPr lang="en-GB" dirty="0"/>
              <a:t>-</a:t>
            </a:r>
            <a:r>
              <a:rPr lang="en-DE" dirty="0"/>
              <a:t> brake pads and discs, tyres, spark plugs, wipers </a:t>
            </a:r>
            <a:r>
              <a:rPr lang="en-GB" dirty="0"/>
              <a:t>-</a:t>
            </a:r>
            <a:r>
              <a:rPr lang="en-DE" dirty="0"/>
              <a:t> are run to failure, and the unplanned repair often goes to a cheaper independent garage. For the franchised dealership, which owns the customer relationship, this means losing both the repair and one of only a few yearly customer contacts.</a:t>
            </a:r>
          </a:p>
          <a:p>
            <a:r>
              <a:rPr lang="en-DE" dirty="0"/>
              <a:t>Digital-twin-based predictive maintenance (</a:t>
            </a:r>
            <a:r>
              <a:rPr lang="en-DE" dirty="0" err="1"/>
              <a:t>PdM</a:t>
            </a:r>
            <a:r>
              <a:rPr lang="en-DE" dirty="0"/>
              <a:t>) turns this data into foresight: a digital twin keeps a synchronized virtual model of the vehicle, machine-learning models forecast the remaining useful life of each wear part, and a service recommendation reaches the customer before any fault appears </a:t>
            </a:r>
            <a:r>
              <a:rPr lang="en-GB" dirty="0"/>
              <a:t>- </a:t>
            </a:r>
            <a:r>
              <a:rPr lang="en-DE" dirty="0"/>
              <a:t>keeping the work at the </a:t>
            </a:r>
            <a:r>
              <a:rPr lang="en-DE" dirty="0" err="1"/>
              <a:t>dea</a:t>
            </a:r>
            <a:r>
              <a:rPr lang="en-GB" dirty="0"/>
              <a:t>l</a:t>
            </a:r>
            <a:r>
              <a:rPr lang="en-DE" dirty="0" err="1"/>
              <a:t>ership</a:t>
            </a:r>
            <a:r>
              <a:rPr lang="en-DE" dirty="0"/>
              <a:t> and enabling transparent, targeted u</a:t>
            </a:r>
            <a:r>
              <a:rPr lang="en-GB" dirty="0"/>
              <a:t>p</a:t>
            </a:r>
            <a:r>
              <a:rPr lang="en-DE" dirty="0"/>
              <a:t>selling.</a:t>
            </a:r>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b="1" dirty="0"/>
          </a:p>
          <a:p>
            <a:endParaRPr lang="de-DE" b="1" dirty="0"/>
          </a:p>
          <a:p>
            <a:endParaRPr lang="de-DE" b="1" dirty="0"/>
          </a:p>
          <a:p>
            <a:r>
              <a:rPr lang="de-DE" b="1" dirty="0"/>
              <a:t>Method – Gap Analysis</a:t>
            </a:r>
          </a:p>
          <a:p>
            <a:r>
              <a:rPr lang="en-DE" dirty="0"/>
              <a:t>A model-based gap analysis compares the interval-based current state against a DT/</a:t>
            </a:r>
            <a:r>
              <a:rPr lang="en-DE" dirty="0" err="1"/>
              <a:t>PdM</a:t>
            </a:r>
            <a:r>
              <a:rPr lang="en-DE" dirty="0"/>
              <a:t>-enabled target state along the full customer journey, then quantifies the business potential with an explicit, transparent assumption framework anchored to published German market data (DAT, TÜV, ADAC, McKinsey). No proprietary dataset is used — every assumption is stated and contestable. </a:t>
            </a:r>
            <a:br>
              <a:rPr lang="de-DE" dirty="0"/>
            </a:br>
            <a:endParaRPr lang="de-DE" dirty="0"/>
          </a:p>
          <a:p>
            <a:r>
              <a:rPr lang="de-DE" b="1" dirty="0"/>
              <a:t>Hinweis zu den Textebenen in PowerPoint: </a:t>
            </a:r>
            <a:br>
              <a:rPr lang="de-DE" dirty="0"/>
            </a:br>
            <a:r>
              <a:rPr lang="de-DE" dirty="0"/>
              <a:t>Erste Textebene: Fließtext ohne Einrückung ab der zweiten Zeile. </a:t>
            </a:r>
          </a:p>
          <a:p>
            <a:pPr lvl="1"/>
            <a:r>
              <a:rPr lang="de-DE" dirty="0"/>
              <a:t>Zweite Textebene: Aufzählungszeichen und Einzug ab der zweiten </a:t>
            </a:r>
            <a:br>
              <a:rPr lang="de-DE" dirty="0"/>
            </a:br>
            <a:r>
              <a:rPr lang="de-DE" dirty="0"/>
              <a:t>Zeile: zu der zweiten Textebene gelangt man durch Klick auf </a:t>
            </a:r>
            <a:br>
              <a:rPr lang="de-DE" dirty="0"/>
            </a:br>
            <a:r>
              <a:rPr lang="de-DE" dirty="0"/>
              <a:t>„Einzug vergrößern“. </a:t>
            </a:r>
          </a:p>
          <a:p>
            <a:pPr lvl="1"/>
            <a:r>
              <a:rPr lang="de-DE" dirty="0"/>
              <a:t>Nur über diese Funktion ist das richtige Aufzählungszeichen + Abstand gewährleistet </a:t>
            </a:r>
          </a:p>
          <a:p>
            <a:pPr lvl="1"/>
            <a:r>
              <a:rPr lang="de-DE" dirty="0"/>
              <a:t>Die Linien zwischen den Aufzählungszeichen werden manuell gesetzt, Stärke: 1 Pt.</a:t>
            </a:r>
          </a:p>
        </p:txBody>
      </p:sp>
      <p:sp>
        <p:nvSpPr>
          <p:cNvPr id="6" name="Textplatzhalter 5"/>
          <p:cNvSpPr>
            <a:spLocks noGrp="1"/>
          </p:cNvSpPr>
          <p:nvPr>
            <p:ph type="body" sz="quarter" idx="13"/>
          </p:nvPr>
        </p:nvSpPr>
        <p:spPr>
          <a:xfrm>
            <a:off x="1993385" y="4718648"/>
            <a:ext cx="20779773" cy="1507008"/>
          </a:xfrm>
        </p:spPr>
        <p:txBody>
          <a:bodyPr/>
          <a:lstStyle/>
          <a:p>
            <a:r>
              <a:rPr lang="de-DE" dirty="0"/>
              <a:t>Maksim Bogachenko</a:t>
            </a:r>
            <a:r>
              <a:rPr lang="en-DE" dirty="0"/>
              <a:t>v ·</a:t>
            </a:r>
            <a:r>
              <a:rPr lang="en-GB" dirty="0"/>
              <a:t> </a:t>
            </a:r>
            <a:r>
              <a:rPr lang="de-DE" dirty="0"/>
              <a:t>Oliver Feng </a:t>
            </a:r>
            <a:r>
              <a:rPr lang="en-DE" dirty="0"/>
              <a:t>·</a:t>
            </a:r>
            <a:r>
              <a:rPr lang="de-DE" dirty="0"/>
              <a:t> Joel Martinez</a:t>
            </a:r>
          </a:p>
          <a:p>
            <a:r>
              <a:rPr lang="en-DE" dirty="0" err="1"/>
              <a:t>Wirtschaftsinformatik</a:t>
            </a:r>
            <a:r>
              <a:rPr lang="en-DE" dirty="0"/>
              <a:t> (WWI2023</a:t>
            </a:r>
            <a:r>
              <a:rPr lang="en-GB" dirty="0"/>
              <a:t>A</a:t>
            </a:r>
            <a:r>
              <a:rPr lang="en-DE" dirty="0"/>
              <a:t>), DHBW Stuttgart</a:t>
            </a:r>
            <a:endParaRPr lang="de-DE" dirty="0"/>
          </a:p>
        </p:txBody>
      </p:sp>
      <p:pic>
        <p:nvPicPr>
          <p:cNvPr id="10" name="Picture Placeholder 9">
            <a:extLst>
              <a:ext uri="{FF2B5EF4-FFF2-40B4-BE49-F238E27FC236}">
                <a16:creationId xmlns:a16="http://schemas.microsoft.com/office/drawing/2014/main" id="{0A25BBBA-215A-0C38-8502-65EAF169D803}"/>
              </a:ext>
            </a:extLst>
          </p:cNvPr>
          <p:cNvPicPr>
            <a:picLocks noGrp="1" noChangeAspect="1"/>
          </p:cNvPicPr>
          <p:nvPr>
            <p:ph type="pic" sz="quarter" idx="16"/>
          </p:nvPr>
        </p:nvPicPr>
        <p:blipFill>
          <a:blip r:embed="rId3">
            <a:extLst>
              <a:ext uri="{28A0092B-C50C-407E-A947-70E740481C1C}">
                <a14:useLocalDpi xmlns:a14="http://schemas.microsoft.com/office/drawing/2010/main" val="0"/>
              </a:ext>
            </a:extLst>
          </a:blip>
          <a:srcRect t="-2787" b="-4074"/>
          <a:stretch>
            <a:fillRect/>
          </a:stretch>
        </p:blipFill>
        <p:spPr>
          <a:xfrm>
            <a:off x="22463782" y="24049222"/>
            <a:ext cx="1749697" cy="1869722"/>
          </a:xfrm>
          <a:prstGeom prst="rect">
            <a:avLst/>
          </a:prstGeom>
          <a:solidFill>
            <a:prstClr val="white"/>
          </a:solidFill>
        </p:spPr>
      </p:pic>
      <p:pic>
        <p:nvPicPr>
          <p:cNvPr id="12" name="Picture Placeholder 11">
            <a:extLst>
              <a:ext uri="{FF2B5EF4-FFF2-40B4-BE49-F238E27FC236}">
                <a16:creationId xmlns:a16="http://schemas.microsoft.com/office/drawing/2014/main" id="{F997814E-F9D3-E744-C05E-7F0F04B77008}"/>
              </a:ext>
            </a:extLst>
          </p:cNvPr>
          <p:cNvPicPr>
            <a:picLocks noGrp="1" noChangeAspect="1"/>
          </p:cNvPicPr>
          <p:nvPr>
            <p:ph type="pic" sz="quarter" idx="17"/>
          </p:nvPr>
        </p:nvPicPr>
        <p:blipFill>
          <a:blip r:embed="rId4">
            <a:extLst>
              <a:ext uri="{28A0092B-C50C-407E-A947-70E740481C1C}">
                <a14:useLocalDpi xmlns:a14="http://schemas.microsoft.com/office/drawing/2010/main" val="0"/>
              </a:ext>
            </a:extLst>
          </a:blip>
          <a:srcRect t="4985" b="813"/>
          <a:stretch>
            <a:fillRect/>
          </a:stretch>
        </p:blipFill>
        <p:spPr>
          <a:xfrm>
            <a:off x="25920852" y="24139036"/>
            <a:ext cx="2892377" cy="1816466"/>
          </a:xfrm>
          <a:prstGeom prst="rect">
            <a:avLst/>
          </a:prstGeom>
          <a:solidFill>
            <a:prstClr val="white"/>
          </a:solidFill>
        </p:spPr>
      </p:pic>
      <p:pic>
        <p:nvPicPr>
          <p:cNvPr id="14" name="Picture Placeholder 13">
            <a:extLst>
              <a:ext uri="{FF2B5EF4-FFF2-40B4-BE49-F238E27FC236}">
                <a16:creationId xmlns:a16="http://schemas.microsoft.com/office/drawing/2014/main" id="{F5DBD4AC-54D7-7FEB-DA6E-79E89A85D039}"/>
              </a:ext>
            </a:extLst>
          </p:cNvPr>
          <p:cNvPicPr>
            <a:picLocks noGrp="1" noChangeAspect="1"/>
          </p:cNvPicPr>
          <p:nvPr>
            <p:ph type="pic" sz="quarter" idx="18"/>
          </p:nvPr>
        </p:nvPicPr>
        <p:blipFill>
          <a:blip r:embed="rId5">
            <a:extLst>
              <a:ext uri="{28A0092B-C50C-407E-A947-70E740481C1C}">
                <a14:useLocalDpi xmlns:a14="http://schemas.microsoft.com/office/drawing/2010/main" val="0"/>
              </a:ext>
            </a:extLst>
          </a:blip>
          <a:srcRect t="13597" b="13597"/>
          <a:stretch>
            <a:fillRect/>
          </a:stretch>
        </p:blipFill>
        <p:spPr>
          <a:xfrm>
            <a:off x="21599525" y="26169938"/>
            <a:ext cx="3478213" cy="1582737"/>
          </a:xfrm>
          <a:prstGeom prst="rect">
            <a:avLst/>
          </a:prstGeom>
          <a:solidFill>
            <a:prstClr val="white"/>
          </a:solidFill>
        </p:spPr>
      </p:pic>
      <p:pic>
        <p:nvPicPr>
          <p:cNvPr id="25" name="Picture Placeholder 24">
            <a:extLst>
              <a:ext uri="{FF2B5EF4-FFF2-40B4-BE49-F238E27FC236}">
                <a16:creationId xmlns:a16="http://schemas.microsoft.com/office/drawing/2014/main" id="{49808FA1-334A-15B3-B3FF-3A5C21890F24}"/>
              </a:ext>
            </a:extLst>
          </p:cNvPr>
          <p:cNvPicPr>
            <a:picLocks noGrp="1" noChangeAspect="1"/>
          </p:cNvPicPr>
          <p:nvPr>
            <p:ph type="pic" sz="quarter" idx="19"/>
          </p:nvPr>
        </p:nvPicPr>
        <p:blipFill>
          <a:blip r:embed="rId6">
            <a:extLst>
              <a:ext uri="{28A0092B-C50C-407E-A947-70E740481C1C}">
                <a14:useLocalDpi xmlns:a14="http://schemas.microsoft.com/office/drawing/2010/main" val="0"/>
              </a:ext>
            </a:extLst>
          </a:blip>
          <a:srcRect l="1148" r="3729"/>
          <a:stretch>
            <a:fillRect/>
          </a:stretch>
        </p:blipFill>
        <p:spPr>
          <a:xfrm>
            <a:off x="25972496" y="26535836"/>
            <a:ext cx="2840733" cy="1159540"/>
          </a:xfrm>
          <a:prstGeom prst="rect">
            <a:avLst/>
          </a:prstGeom>
          <a:solidFill>
            <a:prstClr val="white"/>
          </a:solidFill>
        </p:spPr>
      </p:pic>
      <p:sp>
        <p:nvSpPr>
          <p:cNvPr id="26" name="Textplatzhalter 25"/>
          <p:cNvSpPr>
            <a:spLocks noGrp="1"/>
          </p:cNvSpPr>
          <p:nvPr>
            <p:ph type="body" sz="quarter" idx="23"/>
          </p:nvPr>
        </p:nvSpPr>
        <p:spPr>
          <a:xfrm>
            <a:off x="1954136" y="24330396"/>
            <a:ext cx="15534000" cy="1257209"/>
          </a:xfrm>
        </p:spPr>
        <p:txBody>
          <a:bodyPr/>
          <a:lstStyle/>
          <a:p>
            <a:r>
              <a:rPr lang="en-DE" dirty="0"/>
              <a:t>Visual to place here: the current-vs-target cycle (Figure 1 from the paper), ideally next to a car silhouette with the monitored wear parts highlighted.</a:t>
            </a:r>
            <a:endParaRPr lang="de-DE" dirty="0"/>
          </a:p>
        </p:txBody>
      </p:sp>
      <p:cxnSp>
        <p:nvCxnSpPr>
          <p:cNvPr id="71" name="Gerade Verbindung 70"/>
          <p:cNvCxnSpPr/>
          <p:nvPr/>
        </p:nvCxnSpPr>
        <p:spPr>
          <a:xfrm>
            <a:off x="1993385" y="30117553"/>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2" name="Gerade Verbindung 71"/>
          <p:cNvCxnSpPr/>
          <p:nvPr/>
        </p:nvCxnSpPr>
        <p:spPr>
          <a:xfrm>
            <a:off x="2000510" y="31557713"/>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3" name="Gerade Verbindung 72"/>
          <p:cNvCxnSpPr/>
          <p:nvPr/>
        </p:nvCxnSpPr>
        <p:spPr>
          <a:xfrm>
            <a:off x="1993385" y="33141889"/>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9" name="Gerade Verbindung 78"/>
          <p:cNvCxnSpPr/>
          <p:nvPr/>
        </p:nvCxnSpPr>
        <p:spPr>
          <a:xfrm>
            <a:off x="21662354" y="15499929"/>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cxnSp>
        <p:nvCxnSpPr>
          <p:cNvPr id="80" name="Gerade Verbindung 79"/>
          <p:cNvCxnSpPr/>
          <p:nvPr/>
        </p:nvCxnSpPr>
        <p:spPr>
          <a:xfrm>
            <a:off x="21691311" y="13843745"/>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pic>
        <p:nvPicPr>
          <p:cNvPr id="47" name="Picture 2"/>
          <p:cNvPicPr>
            <a:picLocks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20267998" y="7951853"/>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39" name="Textfeld 38"/>
          <p:cNvSpPr txBox="1"/>
          <p:nvPr/>
        </p:nvSpPr>
        <p:spPr>
          <a:xfrm>
            <a:off x="20396894" y="8460377"/>
            <a:ext cx="9361040" cy="768728"/>
          </a:xfrm>
          <a:prstGeom prst="rect">
            <a:avLst/>
          </a:prstGeom>
          <a:noFill/>
        </p:spPr>
        <p:txBody>
          <a:bodyPr wrap="none" lIns="1064547" tIns="36708" rIns="734170" bIns="36708" rtlCol="0">
            <a:noAutofit/>
          </a:bodyPr>
          <a:lstStyle/>
          <a:p>
            <a:r>
              <a:rPr lang="de-DE" sz="4100" dirty="0">
                <a:solidFill>
                  <a:schemeClr val="bg1"/>
                </a:solidFill>
                <a:latin typeface="Georgia" panose="02040502050405020303" pitchFamily="18" charset="0"/>
              </a:rPr>
              <a:t>Research Goal</a:t>
            </a:r>
          </a:p>
        </p:txBody>
      </p:sp>
      <p:pic>
        <p:nvPicPr>
          <p:cNvPr id="48" name="Picture 2"/>
          <p:cNvPicPr>
            <a:picLocks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20323488" y="17016772"/>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40" name="Textfeld 39"/>
          <p:cNvSpPr txBox="1"/>
          <p:nvPr/>
        </p:nvSpPr>
        <p:spPr>
          <a:xfrm>
            <a:off x="20391746" y="17531424"/>
            <a:ext cx="10170590" cy="768728"/>
          </a:xfrm>
          <a:prstGeom prst="rect">
            <a:avLst/>
          </a:prstGeom>
          <a:noFill/>
        </p:spPr>
        <p:txBody>
          <a:bodyPr wrap="none" lIns="1064547" tIns="36708" rIns="734170" bIns="36708" rtlCol="0">
            <a:noAutofit/>
          </a:bodyPr>
          <a:lstStyle/>
          <a:p>
            <a:r>
              <a:rPr lang="de-DE" sz="4100" dirty="0">
                <a:solidFill>
                  <a:schemeClr val="bg1"/>
                </a:solidFill>
                <a:latin typeface="Georgia" panose="02040502050405020303" pitchFamily="18" charset="0"/>
              </a:rPr>
              <a:t>Recommendations</a:t>
            </a:r>
          </a:p>
        </p:txBody>
      </p:sp>
      <p:pic>
        <p:nvPicPr>
          <p:cNvPr id="49" name="Picture 2"/>
          <p:cNvPicPr>
            <a:picLocks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20268000" y="22196673"/>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51" name="Textfeld 50"/>
          <p:cNvSpPr txBox="1"/>
          <p:nvPr/>
        </p:nvSpPr>
        <p:spPr>
          <a:xfrm>
            <a:off x="20411916" y="22694613"/>
            <a:ext cx="10170590" cy="768728"/>
          </a:xfrm>
          <a:prstGeom prst="rect">
            <a:avLst/>
          </a:prstGeom>
          <a:noFill/>
        </p:spPr>
        <p:txBody>
          <a:bodyPr wrap="none" lIns="1064547" tIns="36708" rIns="734170" bIns="36708" rtlCol="0">
            <a:noAutofit/>
          </a:bodyPr>
          <a:lstStyle/>
          <a:p>
            <a:r>
              <a:rPr lang="de-DE" sz="4100" dirty="0">
                <a:solidFill>
                  <a:schemeClr val="bg1"/>
                </a:solidFill>
                <a:latin typeface="Georgia" panose="02040502050405020303" pitchFamily="18" charset="0"/>
              </a:rPr>
              <a:t>Kooperative Partner</a:t>
            </a:r>
          </a:p>
        </p:txBody>
      </p:sp>
      <p:sp>
        <p:nvSpPr>
          <p:cNvPr id="56" name="Textfeld 55"/>
          <p:cNvSpPr txBox="1"/>
          <p:nvPr/>
        </p:nvSpPr>
        <p:spPr>
          <a:xfrm>
            <a:off x="20396894" y="28605385"/>
            <a:ext cx="9937104" cy="965899"/>
          </a:xfrm>
          <a:prstGeom prst="rect">
            <a:avLst/>
          </a:prstGeom>
          <a:noFill/>
        </p:spPr>
        <p:txBody>
          <a:bodyPr wrap="none" lIns="1064547" tIns="183543" rIns="734170" bIns="183543" rtlCol="0">
            <a:noAutofit/>
          </a:bodyPr>
          <a:lstStyle/>
          <a:p>
            <a:r>
              <a:rPr lang="de-DE" sz="4100" dirty="0">
                <a:latin typeface="Georgia" panose="02040502050405020303" pitchFamily="18" charset="0"/>
                <a:cs typeface="Arial" panose="020B0604020202020204" pitchFamily="34" charset="0"/>
              </a:rPr>
              <a:t>References</a:t>
            </a:r>
          </a:p>
        </p:txBody>
      </p:sp>
      <p:sp>
        <p:nvSpPr>
          <p:cNvPr id="57" name="Textplatzhalter 37"/>
          <p:cNvSpPr>
            <a:spLocks noGrp="1"/>
          </p:cNvSpPr>
          <p:nvPr>
            <p:ph type="body" sz="quarter" idx="20"/>
          </p:nvPr>
        </p:nvSpPr>
        <p:spPr>
          <a:xfrm>
            <a:off x="20756934" y="29262872"/>
            <a:ext cx="9720000" cy="5461697"/>
          </a:xfrm>
        </p:spPr>
        <p:txBody>
          <a:bodyPr/>
          <a:lstStyle/>
          <a:p>
            <a:pPr>
              <a:lnSpc>
                <a:spcPts val="3671"/>
              </a:lnSpc>
            </a:pPr>
            <a:r>
              <a:rPr lang="de-DE" sz="3000" dirty="0"/>
              <a:t>AbouGrad et al. (2026) – „XAI Digital Twin Predictive Maintenance in the Automotive Industry" </a:t>
            </a:r>
          </a:p>
          <a:p>
            <a:pPr>
              <a:lnSpc>
                <a:spcPts val="3671"/>
              </a:lnSpc>
            </a:pPr>
            <a:r>
              <a:rPr lang="de-DE" sz="3000" dirty="0"/>
              <a:t>DAT Report 2026 (Deutsche Automobil Treuhand) </a:t>
            </a:r>
          </a:p>
          <a:p>
            <a:pPr>
              <a:lnSpc>
                <a:spcPts val="3671"/>
              </a:lnSpc>
            </a:pPr>
            <a:r>
              <a:rPr lang="en-GB" sz="3000" dirty="0"/>
              <a:t>Lopes et al. (2025) – „A Vehicle Digital Twin in the Context of a Software Ecosystem</a:t>
            </a:r>
            <a:endParaRPr lang="de-DE" sz="3000" dirty="0"/>
          </a:p>
        </p:txBody>
      </p:sp>
      <p:cxnSp>
        <p:nvCxnSpPr>
          <p:cNvPr id="58" name="Gerade Verbindung 57"/>
          <p:cNvCxnSpPr/>
          <p:nvPr/>
        </p:nvCxnSpPr>
        <p:spPr>
          <a:xfrm>
            <a:off x="21837054" y="31269681"/>
            <a:ext cx="76293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Gerade Verbindung 58"/>
          <p:cNvCxnSpPr/>
          <p:nvPr/>
        </p:nvCxnSpPr>
        <p:spPr>
          <a:xfrm>
            <a:off x="21837053" y="32493817"/>
            <a:ext cx="76293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Textfeld 42"/>
          <p:cNvSpPr txBox="1"/>
          <p:nvPr/>
        </p:nvSpPr>
        <p:spPr>
          <a:xfrm>
            <a:off x="21837054" y="41435972"/>
            <a:ext cx="7992888" cy="1269578"/>
          </a:xfrm>
          <a:prstGeom prst="rect">
            <a:avLst/>
          </a:prstGeom>
          <a:noFill/>
        </p:spPr>
        <p:txBody>
          <a:bodyPr wrap="square" lIns="0" tIns="0" rIns="0" bIns="0" rtlCol="0" anchor="ctr" anchorCtr="0">
            <a:spAutoFit/>
          </a:bodyPr>
          <a:lstStyle/>
          <a:p>
            <a:pPr algn="l">
              <a:lnSpc>
                <a:spcPts val="3300"/>
              </a:lnSpc>
            </a:pPr>
            <a:r>
              <a:rPr lang="de-DE" sz="2600" b="0" dirty="0">
                <a:solidFill>
                  <a:srgbClr val="FFFFFF"/>
                </a:solidFill>
                <a:latin typeface="Arial" panose="020B0604020202020204" pitchFamily="34" charset="0"/>
                <a:cs typeface="Arial" panose="020B0604020202020204" pitchFamily="34" charset="0"/>
              </a:rPr>
              <a:t>Musterstraße 1, 12345 Musterstadt</a:t>
            </a:r>
          </a:p>
          <a:p>
            <a:pPr algn="l">
              <a:lnSpc>
                <a:spcPts val="3300"/>
              </a:lnSpc>
            </a:pPr>
            <a:r>
              <a:rPr lang="de-DE" sz="2600" b="0" dirty="0">
                <a:solidFill>
                  <a:srgbClr val="FFFFFF"/>
                </a:solidFill>
                <a:latin typeface="Arial" panose="020B0604020202020204" pitchFamily="34" charset="0"/>
                <a:cs typeface="Arial" panose="020B0604020202020204" pitchFamily="34" charset="0"/>
              </a:rPr>
              <a:t>+49 711</a:t>
            </a:r>
            <a:r>
              <a:rPr lang="de-DE" sz="2600" b="0" baseline="0" dirty="0">
                <a:solidFill>
                  <a:srgbClr val="FFFFFF"/>
                </a:solidFill>
                <a:latin typeface="Arial" panose="020B0604020202020204" pitchFamily="34" charset="0"/>
                <a:cs typeface="Arial" panose="020B0604020202020204" pitchFamily="34" charset="0"/>
              </a:rPr>
              <a:t> 320 660-xx, email@dhbw.de</a:t>
            </a:r>
          </a:p>
          <a:p>
            <a:pPr algn="l">
              <a:lnSpc>
                <a:spcPts val="3300"/>
              </a:lnSpc>
            </a:pPr>
            <a:r>
              <a:rPr lang="de-DE" sz="2600" b="0" baseline="0" dirty="0">
                <a:solidFill>
                  <a:srgbClr val="FFFFFF"/>
                </a:solidFill>
                <a:latin typeface="Arial" panose="020B0604020202020204" pitchFamily="34" charset="0"/>
                <a:cs typeface="Arial" panose="020B0604020202020204" pitchFamily="34" charset="0"/>
              </a:rPr>
              <a:t>Platz für eine weitere Zeile</a:t>
            </a:r>
            <a:endParaRPr lang="de-DE" sz="2600" b="0" dirty="0">
              <a:latin typeface="Arial" panose="020B0604020202020204" pitchFamily="34" charset="0"/>
              <a:cs typeface="Arial" panose="020B0604020202020204" pitchFamily="34" charset="0"/>
            </a:endParaRPr>
          </a:p>
        </p:txBody>
      </p:sp>
      <p:sp>
        <p:nvSpPr>
          <p:cNvPr id="34" name="Textfeld 55">
            <a:extLst>
              <a:ext uri="{FF2B5EF4-FFF2-40B4-BE49-F238E27FC236}">
                <a16:creationId xmlns:a16="http://schemas.microsoft.com/office/drawing/2014/main" id="{2F69AE73-3DCA-7BA6-7691-9BCDBC1383DB}"/>
              </a:ext>
            </a:extLst>
          </p:cNvPr>
          <p:cNvSpPr txBox="1"/>
          <p:nvPr/>
        </p:nvSpPr>
        <p:spPr>
          <a:xfrm>
            <a:off x="20537445" y="33812330"/>
            <a:ext cx="9937104" cy="965899"/>
          </a:xfrm>
          <a:prstGeom prst="rect">
            <a:avLst/>
          </a:prstGeom>
          <a:noFill/>
        </p:spPr>
        <p:txBody>
          <a:bodyPr wrap="none" lIns="1064547" tIns="183543" rIns="734170" bIns="183543" rtlCol="0">
            <a:noAutofit/>
          </a:bodyPr>
          <a:lstStyle/>
          <a:p>
            <a:r>
              <a:rPr lang="de-DE" sz="4100" dirty="0">
                <a:latin typeface="Georgia" panose="02040502050405020303" pitchFamily="18" charset="0"/>
                <a:cs typeface="Arial" panose="020B0604020202020204" pitchFamily="34" charset="0"/>
              </a:rPr>
              <a:t>Paper and complete references</a:t>
            </a:r>
          </a:p>
        </p:txBody>
      </p:sp>
      <p:pic>
        <p:nvPicPr>
          <p:cNvPr id="37" name="Picture 36">
            <a:extLst>
              <a:ext uri="{FF2B5EF4-FFF2-40B4-BE49-F238E27FC236}">
                <a16:creationId xmlns:a16="http://schemas.microsoft.com/office/drawing/2014/main" id="{35EC58EC-0A78-9535-AEBD-3DB0ED01453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4279802" y="35011618"/>
            <a:ext cx="2434818" cy="2434818"/>
          </a:xfrm>
          <a:prstGeom prst="rect">
            <a:avLst/>
          </a:prstGeom>
        </p:spPr>
      </p:pic>
    </p:spTree>
    <p:extLst>
      <p:ext uri="{BB962C8B-B14F-4D97-AF65-F5344CB8AC3E}">
        <p14:creationId xmlns:p14="http://schemas.microsoft.com/office/powerpoint/2010/main" val="2259815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t-BR" dirty="0"/>
              <a:t>Titel: Musterseite mit </a:t>
            </a:r>
            <a:br>
              <a:rPr lang="pt-BR" dirty="0"/>
            </a:br>
            <a:r>
              <a:rPr lang="pt-BR" dirty="0"/>
              <a:t>Bild und Aufzählung</a:t>
            </a:r>
            <a:endParaRPr lang="de-DE" dirty="0"/>
          </a:p>
        </p:txBody>
      </p:sp>
      <p:sp>
        <p:nvSpPr>
          <p:cNvPr id="5" name="Inhaltsplatzhalter 4"/>
          <p:cNvSpPr>
            <a:spLocks noGrp="1"/>
          </p:cNvSpPr>
          <p:nvPr>
            <p:ph idx="1"/>
          </p:nvPr>
        </p:nvSpPr>
        <p:spPr>
          <a:xfrm>
            <a:off x="1854000" y="9365464"/>
            <a:ext cx="16308000" cy="27176327"/>
          </a:xfrm>
        </p:spPr>
        <p:txBody>
          <a:bodyPr/>
          <a:lstStyle/>
          <a:p>
            <a:r>
              <a:rPr lang="de-DE" dirty="0"/>
              <a:t>Projektziel ist die Entwicklung eines elektrischen Antriebs für ein einsitziges Hochleistungssegelflugzeug (ASG 29). Gegenüber klassischen Applikationen elektrischer Antriebe besteht die Herausforderung darin, eine möglichst große Steigrate bei möglichst geringer Masse in einem sehr beschränkten Bauraum zu erreichen. Gleichzeitig sind die verschiedenen  Anforderungen und</a:t>
            </a:r>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r>
              <a:rPr lang="de-DE" b="1" dirty="0" err="1"/>
              <a:t>Zwischenhead</a:t>
            </a:r>
            <a:endParaRPr lang="de-DE" b="1" dirty="0"/>
          </a:p>
          <a:p>
            <a:r>
              <a:rPr lang="de-DE" dirty="0"/>
              <a:t>Temperaturbereich) Anforderungen und Randbedingungen zu beachten, die sich bei dem Einbau in ein manntragendes Luftfahrzeug ergeben (Sicherheitsanforderungen, Zuverlässigkeit, großer Temperaturbereich) zu beachten, die sich bei dem Einbau in ein manntragendes Luftfahrzeug ergeben (Sicherheitsanforderungen, Zuverlässigkeit, großer Temperaturbereich) Anforderungen und Randbedingungen zu die sich bei dem Einbau in ein manntragendes Luftfahrzeug ergeben</a:t>
            </a:r>
          </a:p>
          <a:p>
            <a:endParaRPr lang="de-DE" dirty="0"/>
          </a:p>
          <a:p>
            <a:r>
              <a:rPr lang="de-DE" b="1" dirty="0" err="1"/>
              <a:t>Zwischenhead</a:t>
            </a:r>
            <a:endParaRPr lang="de-DE" b="1" dirty="0"/>
          </a:p>
          <a:p>
            <a:r>
              <a:rPr lang="de-DE" dirty="0"/>
              <a:t>Temperaturbereich) Anforderungen und Randbedingungen zu beachten, die sich bei dem Einbau in ein manntragendes Luftfahrzeug ergeben (Sicherheitsanforderungen, Zuverlässigkeit, großer Temperaturbereich, ...) zu beachten, die sich bei dem Einbau in ein manntragendes Luftfahrzeug ergeben (Sicherheitsanforderungen, Zuverlässigkeit, großer</a:t>
            </a:r>
          </a:p>
          <a:p>
            <a:endParaRPr lang="de-DE" dirty="0"/>
          </a:p>
          <a:p>
            <a:r>
              <a:rPr lang="de-DE" b="1" dirty="0" err="1"/>
              <a:t>Zwischenhead</a:t>
            </a:r>
            <a:endParaRPr lang="de-DE" b="1" dirty="0"/>
          </a:p>
          <a:p>
            <a:r>
              <a:rPr lang="de-DE" dirty="0"/>
              <a:t>zu beachten, die sich bei dem Einbau in ein manntragendes Luftfahrzeug ergeben (Sicherheitsanforderungen, Zuverlässigkeit, großer Temperaturbereich, ...) Anforderungen und Randbedingungen zu beachten, die sich bei dem Einbau in ein zu beachten, die sich bei dem Einbau in ein</a:t>
            </a:r>
          </a:p>
          <a:p>
            <a:endParaRPr lang="de-DE" dirty="0"/>
          </a:p>
          <a:p>
            <a:r>
              <a:rPr lang="de-DE" b="1" dirty="0" err="1"/>
              <a:t>Zwischenhead</a:t>
            </a:r>
            <a:endParaRPr lang="de-DE" b="1" dirty="0"/>
          </a:p>
          <a:p>
            <a:r>
              <a:rPr lang="de-DE" dirty="0"/>
              <a:t>zu beachten, die sich bei dem Einbau in ein manntragendes Luftfahrzeug ergeben (Sicherheitsanforderungen, Zuverlässigkeit, großer Temperaturbereich, ...) Anforderungen und Randbedingungen zu beachten</a:t>
            </a:r>
          </a:p>
          <a:p>
            <a:pPr lvl="1"/>
            <a:r>
              <a:rPr lang="de-DE" dirty="0"/>
              <a:t>Zweite Textebene: Aufzählungszeichen und Einzug ab der zweiten Zeile:</a:t>
            </a:r>
            <a:br>
              <a:rPr lang="de-DE" dirty="0"/>
            </a:br>
            <a:r>
              <a:rPr lang="de-DE" dirty="0"/>
              <a:t>zu der zweiten Textebene gelangt man durch Klick auf „Einzug vergrößern“. </a:t>
            </a:r>
          </a:p>
          <a:p>
            <a:pPr lvl="1"/>
            <a:r>
              <a:rPr lang="de-DE" dirty="0"/>
              <a:t>Nur über diese Funktion ist das richtige Aufzählungszeichen + Abstand gewährleistet </a:t>
            </a:r>
          </a:p>
          <a:p>
            <a:pPr lvl="1"/>
            <a:r>
              <a:rPr lang="de-DE" dirty="0"/>
              <a:t>Die Linien zwischen den Aufzählungszeichen werden manuell gesetzt</a:t>
            </a:r>
          </a:p>
        </p:txBody>
      </p:sp>
      <p:sp>
        <p:nvSpPr>
          <p:cNvPr id="6" name="Textplatzhalter 5"/>
          <p:cNvSpPr>
            <a:spLocks noGrp="1"/>
          </p:cNvSpPr>
          <p:nvPr>
            <p:ph type="body" sz="quarter" idx="13"/>
          </p:nvPr>
        </p:nvSpPr>
        <p:spPr/>
        <p:txBody>
          <a:bodyPr/>
          <a:lstStyle/>
          <a:p>
            <a:r>
              <a:rPr lang="de-DE" dirty="0"/>
              <a:t>Name, Studiengang</a:t>
            </a:r>
          </a:p>
        </p:txBody>
      </p:sp>
      <p:sp>
        <p:nvSpPr>
          <p:cNvPr id="17" name="Textplatzhalter 16"/>
          <p:cNvSpPr>
            <a:spLocks noGrp="1"/>
          </p:cNvSpPr>
          <p:nvPr>
            <p:ph type="body" sz="quarter" idx="14"/>
          </p:nvPr>
        </p:nvSpPr>
        <p:spPr/>
        <p:txBody>
          <a:bodyPr/>
          <a:lstStyle/>
          <a:p>
            <a:r>
              <a:rPr lang="de-DE" dirty="0"/>
              <a:t>Erste Textebene: Fließtext ohne Einrückung ab der zweiten Zeile. Projektziel ist die Entwicklung eines elektrischen Antriebs für ein einsitziges</a:t>
            </a:r>
          </a:p>
          <a:p>
            <a:pPr lvl="1"/>
            <a:r>
              <a:rPr lang="de-DE" dirty="0"/>
              <a:t>Zweite Textebene: Aufzählungszeichen und Einzug ab der zweiten Zeile: zu der zweiten Textebene gelangt man durch Klick auf „Einzug vergrößern“. </a:t>
            </a:r>
          </a:p>
          <a:p>
            <a:pPr lvl="1"/>
            <a:r>
              <a:rPr lang="de-DE" dirty="0"/>
              <a:t>Nur über diese Funktion ist das richtige Aufzählungszeichen + Abstand gewährleistet </a:t>
            </a:r>
          </a:p>
          <a:p>
            <a:pPr lvl="1"/>
            <a:r>
              <a:rPr lang="de-DE" dirty="0"/>
              <a:t>Die Linien werden manuell gesetzt, 1 Pt.</a:t>
            </a:r>
          </a:p>
          <a:p>
            <a:pPr lvl="1"/>
            <a:endParaRPr lang="de-DE" dirty="0"/>
          </a:p>
        </p:txBody>
      </p:sp>
      <p:sp>
        <p:nvSpPr>
          <p:cNvPr id="18" name="Textplatzhalter 17"/>
          <p:cNvSpPr>
            <a:spLocks noGrp="1"/>
          </p:cNvSpPr>
          <p:nvPr>
            <p:ph type="body" sz="quarter" idx="15"/>
          </p:nvPr>
        </p:nvSpPr>
        <p:spPr/>
        <p:txBody>
          <a:bodyPr/>
          <a:lstStyle/>
          <a:p>
            <a:r>
              <a:rPr lang="de-DE" dirty="0"/>
              <a:t>beachten, die sich bei dem Einbau in ein manntragendes sich bei dem Einbau in ein manntragendes Luftfahrzeug ergeben (Sicherheitsanforderungen sich bei dem Einbau in ein manntragendes Luftfahrzeug ergeben. </a:t>
            </a:r>
            <a:r>
              <a:rPr lang="de-DE" dirty="0" err="1"/>
              <a:t>Ehendus</a:t>
            </a:r>
            <a:r>
              <a:rPr lang="de-DE" dirty="0"/>
              <a:t> </a:t>
            </a:r>
            <a:r>
              <a:rPr lang="de-DE" dirty="0" err="1"/>
              <a:t>entiuntius</a:t>
            </a:r>
            <a:r>
              <a:rPr lang="de-DE" dirty="0"/>
              <a:t> </a:t>
            </a:r>
            <a:r>
              <a:rPr lang="de-DE" dirty="0" err="1"/>
              <a:t>repremp</a:t>
            </a:r>
            <a:r>
              <a:rPr lang="de-DE" dirty="0"/>
              <a:t> </a:t>
            </a:r>
            <a:r>
              <a:rPr lang="de-DE" dirty="0" err="1"/>
              <a:t>orerum</a:t>
            </a:r>
            <a:r>
              <a:rPr lang="de-DE" dirty="0"/>
              <a:t> </a:t>
            </a:r>
            <a:r>
              <a:rPr lang="de-DE" dirty="0" err="1"/>
              <a:t>fugiti</a:t>
            </a:r>
            <a:endParaRPr lang="de-DE" dirty="0"/>
          </a:p>
        </p:txBody>
      </p:sp>
      <p:sp>
        <p:nvSpPr>
          <p:cNvPr id="38" name="Textplatzhalter 37"/>
          <p:cNvSpPr>
            <a:spLocks noGrp="1"/>
          </p:cNvSpPr>
          <p:nvPr>
            <p:ph type="body" sz="quarter" idx="20"/>
          </p:nvPr>
        </p:nvSpPr>
        <p:spPr>
          <a:xfrm>
            <a:off x="20733051" y="29264400"/>
            <a:ext cx="9720000" cy="4319999"/>
          </a:xfrm>
        </p:spPr>
        <p:txBody>
          <a:bodyPr/>
          <a:lstStyle/>
          <a:p>
            <a:pPr>
              <a:lnSpc>
                <a:spcPts val="3671"/>
              </a:lnSpc>
            </a:pPr>
            <a:r>
              <a:rPr lang="de-DE" sz="3000" dirty="0"/>
              <a:t>Hier erste Textebene: Aufzählungspunkt beachten, die sich bei dem Einbau in ein manntragendes sich bei dem Einbau in ein manntragendes Luftfahrzeug ergeben </a:t>
            </a:r>
          </a:p>
          <a:p>
            <a:pPr>
              <a:lnSpc>
                <a:spcPts val="3671"/>
              </a:lnSpc>
            </a:pPr>
            <a:r>
              <a:rPr lang="de-DE" sz="3000" dirty="0"/>
              <a:t>Die Linien zwischen den Aufzählungszeichen werden manuell gesetzt, Stärke: 1 Pt.</a:t>
            </a:r>
          </a:p>
        </p:txBody>
      </p:sp>
      <p:pic>
        <p:nvPicPr>
          <p:cNvPr id="20" name="Bildplatzhalter 19"/>
          <p:cNvPicPr>
            <a:picLocks noGrp="1" noChangeAspect="1"/>
          </p:cNvPicPr>
          <p:nvPr>
            <p:ph type="pic" sz="quarter" idx="16"/>
          </p:nvPr>
        </p:nvPicPr>
        <p:blipFill rotWithShape="1">
          <a:blip r:embed="rId2" cstate="email">
            <a:extLst>
              <a:ext uri="{28A0092B-C50C-407E-A947-70E740481C1C}">
                <a14:useLocalDpi xmlns:a14="http://schemas.microsoft.com/office/drawing/2010/main"/>
              </a:ext>
            </a:extLst>
          </a:blip>
          <a:srcRect t="60" b="60"/>
          <a:stretch/>
        </p:blipFill>
        <p:spPr/>
      </p:pic>
      <p:pic>
        <p:nvPicPr>
          <p:cNvPr id="21" name="Bildplatzhalter 20"/>
          <p:cNvPicPr>
            <a:picLocks noGrp="1" noChangeAspect="1"/>
          </p:cNvPicPr>
          <p:nvPr>
            <p:ph type="pic" sz="quarter" idx="17"/>
          </p:nvPr>
        </p:nvPicPr>
        <p:blipFill rotWithShape="1">
          <a:blip r:embed="rId3" cstate="email">
            <a:extLst>
              <a:ext uri="{28A0092B-C50C-407E-A947-70E740481C1C}">
                <a14:useLocalDpi xmlns:a14="http://schemas.microsoft.com/office/drawing/2010/main"/>
              </a:ext>
            </a:extLst>
          </a:blip>
          <a:srcRect l="77" r="77"/>
          <a:stretch/>
        </p:blipFill>
        <p:spPr/>
      </p:pic>
      <p:pic>
        <p:nvPicPr>
          <p:cNvPr id="22" name="Bildplatzhalter 21"/>
          <p:cNvPicPr>
            <a:picLocks noGrp="1" noChangeAspect="1"/>
          </p:cNvPicPr>
          <p:nvPr>
            <p:ph type="pic" sz="quarter" idx="18"/>
          </p:nvPr>
        </p:nvPicPr>
        <p:blipFill rotWithShape="1">
          <a:blip r:embed="rId4" cstate="email">
            <a:extLst>
              <a:ext uri="{28A0092B-C50C-407E-A947-70E740481C1C}">
                <a14:useLocalDpi xmlns:a14="http://schemas.microsoft.com/office/drawing/2010/main"/>
              </a:ext>
            </a:extLst>
          </a:blip>
          <a:srcRect t="60" b="60"/>
          <a:stretch/>
        </p:blipFill>
        <p:spPr/>
      </p:pic>
      <p:pic>
        <p:nvPicPr>
          <p:cNvPr id="23" name="Bildplatzhalter 22"/>
          <p:cNvPicPr>
            <a:picLocks noGrp="1" noChangeAspect="1"/>
          </p:cNvPicPr>
          <p:nvPr>
            <p:ph type="pic" sz="quarter" idx="19"/>
          </p:nvPr>
        </p:nvPicPr>
        <p:blipFill rotWithShape="1">
          <a:blip r:embed="rId5" cstate="email">
            <a:extLst>
              <a:ext uri="{28A0092B-C50C-407E-A947-70E740481C1C}">
                <a14:useLocalDpi xmlns:a14="http://schemas.microsoft.com/office/drawing/2010/main"/>
              </a:ext>
            </a:extLst>
          </a:blip>
          <a:srcRect l="77" r="77"/>
          <a:stretch/>
        </p:blipFill>
        <p:spPr/>
      </p:pic>
      <p:pic>
        <p:nvPicPr>
          <p:cNvPr id="2" name="Bildplatzhalter 1"/>
          <p:cNvPicPr>
            <a:picLocks noGrp="1" noChangeAspect="1"/>
          </p:cNvPicPr>
          <p:nvPr>
            <p:ph type="pic" sz="quarter" idx="21"/>
          </p:nvPr>
        </p:nvPicPr>
        <p:blipFill>
          <a:blip r:embed="rId6" cstate="email">
            <a:extLst>
              <a:ext uri="{28A0092B-C50C-407E-A947-70E740481C1C}">
                <a14:useLocalDpi xmlns:a14="http://schemas.microsoft.com/office/drawing/2010/main"/>
              </a:ext>
            </a:extLst>
          </a:blip>
          <a:srcRect t="9218" b="9218"/>
          <a:stretch>
            <a:fillRect/>
          </a:stretch>
        </p:blipFill>
        <p:spPr/>
      </p:pic>
      <p:pic>
        <p:nvPicPr>
          <p:cNvPr id="7" name="Bildplatzhalter 6"/>
          <p:cNvPicPr>
            <a:picLocks noGrp="1" noChangeAspect="1"/>
          </p:cNvPicPr>
          <p:nvPr>
            <p:ph type="pic" sz="quarter" idx="22"/>
          </p:nvPr>
        </p:nvPicPr>
        <p:blipFill>
          <a:blip r:embed="rId6" cstate="email">
            <a:extLst>
              <a:ext uri="{28A0092B-C50C-407E-A947-70E740481C1C}">
                <a14:useLocalDpi xmlns:a14="http://schemas.microsoft.com/office/drawing/2010/main"/>
              </a:ext>
            </a:extLst>
          </a:blip>
          <a:srcRect t="2261" b="2261"/>
          <a:stretch>
            <a:fillRect/>
          </a:stretch>
        </p:blipFill>
        <p:spPr/>
      </p:pic>
      <p:pic>
        <p:nvPicPr>
          <p:cNvPr id="3" name="Bildplatzhalter 2"/>
          <p:cNvPicPr>
            <a:picLocks noGrp="1" noChangeAspect="1"/>
          </p:cNvPicPr>
          <p:nvPr>
            <p:ph type="pic" sz="quarter" idx="24"/>
          </p:nvPr>
        </p:nvPicPr>
        <p:blipFill>
          <a:blip r:embed="rId6" cstate="email">
            <a:extLst>
              <a:ext uri="{28A0092B-C50C-407E-A947-70E740481C1C}">
                <a14:useLocalDpi xmlns:a14="http://schemas.microsoft.com/office/drawing/2010/main"/>
              </a:ext>
            </a:extLst>
          </a:blip>
          <a:srcRect t="9218" b="9218"/>
          <a:stretch>
            <a:fillRect/>
          </a:stretch>
        </p:blipFill>
        <p:spPr/>
      </p:pic>
      <p:sp>
        <p:nvSpPr>
          <p:cNvPr id="26" name="Textplatzhalter 25"/>
          <p:cNvSpPr>
            <a:spLocks noGrp="1"/>
          </p:cNvSpPr>
          <p:nvPr>
            <p:ph type="body" sz="quarter" idx="23"/>
          </p:nvPr>
        </p:nvSpPr>
        <p:spPr/>
        <p:txBody>
          <a:bodyPr/>
          <a:lstStyle/>
          <a:p>
            <a:r>
              <a:rPr lang="de-DE"/>
              <a:t>Bildunterschrift</a:t>
            </a:r>
            <a:endParaRPr lang="de-DE" dirty="0"/>
          </a:p>
        </p:txBody>
      </p:sp>
      <p:cxnSp>
        <p:nvCxnSpPr>
          <p:cNvPr id="53" name="Gerade Verbindung 52"/>
          <p:cNvCxnSpPr/>
          <p:nvPr/>
        </p:nvCxnSpPr>
        <p:spPr>
          <a:xfrm>
            <a:off x="2648582" y="34077993"/>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8" name="Gerade Verbindung 67"/>
          <p:cNvCxnSpPr/>
          <p:nvPr/>
        </p:nvCxnSpPr>
        <p:spPr>
          <a:xfrm>
            <a:off x="2648582" y="36382249"/>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6" name="Gerade Verbindung 75"/>
          <p:cNvCxnSpPr/>
          <p:nvPr/>
        </p:nvCxnSpPr>
        <p:spPr>
          <a:xfrm>
            <a:off x="2648582" y="35503605"/>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4" name="Fußzeilenplatzhalter 4"/>
          <p:cNvSpPr txBox="1">
            <a:spLocks/>
          </p:cNvSpPr>
          <p:nvPr/>
        </p:nvSpPr>
        <p:spPr>
          <a:xfrm>
            <a:off x="21619271" y="42358908"/>
            <a:ext cx="8637338" cy="789392"/>
          </a:xfrm>
          <a:prstGeom prst="rect">
            <a:avLst/>
          </a:prstGeom>
        </p:spPr>
        <p:txBody>
          <a:bodyPr vert="horz" lIns="367085" tIns="183543" rIns="330377" bIns="183543" rtlCol="0" anchor="t"/>
          <a:lstStyle>
            <a:defPPr>
              <a:defRPr lang="de-DE"/>
            </a:defPPr>
            <a:lvl1pPr marL="0" algn="ctr" defTabSz="4176431" rtl="0" eaLnBrk="1" latinLnBrk="0" hangingPunct="1">
              <a:defRPr sz="2600" kern="1200">
                <a:solidFill>
                  <a:schemeClr val="tx1">
                    <a:tint val="75000"/>
                  </a:schemeClr>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a:lstStyle>
          <a:p>
            <a:pPr algn="l"/>
            <a:endParaRPr lang="de-DE" dirty="0"/>
          </a:p>
        </p:txBody>
      </p:sp>
      <p:cxnSp>
        <p:nvCxnSpPr>
          <p:cNvPr id="60" name="Gerade Verbindung 59"/>
          <p:cNvCxnSpPr/>
          <p:nvPr/>
        </p:nvCxnSpPr>
        <p:spPr>
          <a:xfrm>
            <a:off x="21827933" y="14608403"/>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cxnSp>
        <p:nvCxnSpPr>
          <p:cNvPr id="61" name="Gerade Verbindung 60"/>
          <p:cNvCxnSpPr/>
          <p:nvPr/>
        </p:nvCxnSpPr>
        <p:spPr>
          <a:xfrm>
            <a:off x="21827933" y="13417507"/>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cxnSp>
        <p:nvCxnSpPr>
          <p:cNvPr id="62" name="Gerade Verbindung 61"/>
          <p:cNvCxnSpPr/>
          <p:nvPr/>
        </p:nvCxnSpPr>
        <p:spPr>
          <a:xfrm>
            <a:off x="21827933" y="15394456"/>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cxnSp>
        <p:nvCxnSpPr>
          <p:cNvPr id="36" name="Gerade Verbindung 35"/>
          <p:cNvCxnSpPr/>
          <p:nvPr/>
        </p:nvCxnSpPr>
        <p:spPr>
          <a:xfrm>
            <a:off x="21827933" y="31701729"/>
            <a:ext cx="76293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Gerade Verbindung 36"/>
          <p:cNvCxnSpPr/>
          <p:nvPr/>
        </p:nvCxnSpPr>
        <p:spPr>
          <a:xfrm>
            <a:off x="21827933" y="33501929"/>
            <a:ext cx="76293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Gruppieren 7"/>
          <p:cNvGrpSpPr/>
          <p:nvPr/>
        </p:nvGrpSpPr>
        <p:grpSpPr>
          <a:xfrm>
            <a:off x="20267998" y="7951853"/>
            <a:ext cx="10476000" cy="1283380"/>
            <a:chOff x="20267998" y="7951853"/>
            <a:chExt cx="10476000" cy="1283380"/>
          </a:xfrm>
        </p:grpSpPr>
        <p:pic>
          <p:nvPicPr>
            <p:cNvPr id="48" name="Picture 2"/>
            <p:cNvPicPr>
              <a:picLocks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20267998" y="7951853"/>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42" name="Textfeld 41"/>
            <p:cNvSpPr txBox="1"/>
            <p:nvPr/>
          </p:nvSpPr>
          <p:spPr>
            <a:xfrm>
              <a:off x="20396894" y="8460377"/>
              <a:ext cx="9361040" cy="768728"/>
            </a:xfrm>
            <a:prstGeom prst="rect">
              <a:avLst/>
            </a:prstGeom>
            <a:noFill/>
          </p:spPr>
          <p:txBody>
            <a:bodyPr wrap="none" lIns="1064547" tIns="36708" rIns="734170" bIns="36708" rtlCol="0">
              <a:noAutofit/>
            </a:bodyPr>
            <a:lstStyle/>
            <a:p>
              <a:r>
                <a:rPr lang="de-DE" sz="4100" dirty="0">
                  <a:solidFill>
                    <a:schemeClr val="bg1"/>
                  </a:solidFill>
                  <a:latin typeface="Georgia" panose="02040502050405020303" pitchFamily="18" charset="0"/>
                </a:rPr>
                <a:t>Zielsetzung</a:t>
              </a:r>
            </a:p>
          </p:txBody>
        </p:sp>
      </p:grpSp>
      <p:grpSp>
        <p:nvGrpSpPr>
          <p:cNvPr id="12" name="Gruppieren 11"/>
          <p:cNvGrpSpPr/>
          <p:nvPr/>
        </p:nvGrpSpPr>
        <p:grpSpPr>
          <a:xfrm>
            <a:off x="20267998" y="16652057"/>
            <a:ext cx="10476000" cy="1283380"/>
            <a:chOff x="20267998" y="16652057"/>
            <a:chExt cx="10476000" cy="1283380"/>
          </a:xfrm>
        </p:grpSpPr>
        <p:pic>
          <p:nvPicPr>
            <p:cNvPr id="51" name="Picture 2"/>
            <p:cNvPicPr>
              <a:picLocks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20267998" y="16652057"/>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43" name="Textfeld 42"/>
            <p:cNvSpPr txBox="1"/>
            <p:nvPr/>
          </p:nvSpPr>
          <p:spPr>
            <a:xfrm>
              <a:off x="20397337" y="17149997"/>
              <a:ext cx="10170590" cy="768728"/>
            </a:xfrm>
            <a:prstGeom prst="rect">
              <a:avLst/>
            </a:prstGeom>
            <a:noFill/>
          </p:spPr>
          <p:txBody>
            <a:bodyPr wrap="none" lIns="1064547" tIns="36708" rIns="734170" bIns="36708" rtlCol="0">
              <a:noAutofit/>
            </a:bodyPr>
            <a:lstStyle/>
            <a:p>
              <a:r>
                <a:rPr lang="de-DE" sz="4100" dirty="0">
                  <a:solidFill>
                    <a:schemeClr val="bg1"/>
                  </a:solidFill>
                  <a:latin typeface="Georgia" panose="02040502050405020303" pitchFamily="18" charset="0"/>
                </a:rPr>
                <a:t>Ausblick</a:t>
              </a:r>
            </a:p>
          </p:txBody>
        </p:sp>
      </p:grpSp>
      <p:grpSp>
        <p:nvGrpSpPr>
          <p:cNvPr id="13" name="Gruppieren 12"/>
          <p:cNvGrpSpPr/>
          <p:nvPr/>
        </p:nvGrpSpPr>
        <p:grpSpPr>
          <a:xfrm>
            <a:off x="20268000" y="22196673"/>
            <a:ext cx="10476000" cy="1283380"/>
            <a:chOff x="20268000" y="22196673"/>
            <a:chExt cx="10476000" cy="1283380"/>
          </a:xfrm>
        </p:grpSpPr>
        <p:pic>
          <p:nvPicPr>
            <p:cNvPr id="55" name="Picture 2"/>
            <p:cNvPicPr>
              <a:picLocks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20268000" y="22196673"/>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44" name="Textfeld 43"/>
            <p:cNvSpPr txBox="1"/>
            <p:nvPr/>
          </p:nvSpPr>
          <p:spPr>
            <a:xfrm>
              <a:off x="20411916" y="22694613"/>
              <a:ext cx="10170590" cy="768728"/>
            </a:xfrm>
            <a:prstGeom prst="rect">
              <a:avLst/>
            </a:prstGeom>
            <a:noFill/>
          </p:spPr>
          <p:txBody>
            <a:bodyPr wrap="none" lIns="1064547" tIns="36708" rIns="734170" bIns="36708" rtlCol="0">
              <a:noAutofit/>
            </a:bodyPr>
            <a:lstStyle/>
            <a:p>
              <a:r>
                <a:rPr lang="de-DE" sz="4100" dirty="0">
                  <a:solidFill>
                    <a:schemeClr val="bg1"/>
                  </a:solidFill>
                  <a:latin typeface="Georgia" panose="02040502050405020303" pitchFamily="18" charset="0"/>
                </a:rPr>
                <a:t>Kooperative Partner</a:t>
              </a:r>
            </a:p>
          </p:txBody>
        </p:sp>
      </p:grpSp>
      <p:sp>
        <p:nvSpPr>
          <p:cNvPr id="45" name="Textfeld 44"/>
          <p:cNvSpPr txBox="1"/>
          <p:nvPr/>
        </p:nvSpPr>
        <p:spPr>
          <a:xfrm>
            <a:off x="21837054" y="41435972"/>
            <a:ext cx="7992888" cy="1269578"/>
          </a:xfrm>
          <a:prstGeom prst="rect">
            <a:avLst/>
          </a:prstGeom>
          <a:noFill/>
        </p:spPr>
        <p:txBody>
          <a:bodyPr wrap="square" lIns="0" tIns="0" rIns="0" bIns="0" rtlCol="0" anchor="ctr" anchorCtr="0">
            <a:spAutoFit/>
          </a:bodyPr>
          <a:lstStyle/>
          <a:p>
            <a:pPr algn="l">
              <a:lnSpc>
                <a:spcPts val="3300"/>
              </a:lnSpc>
            </a:pPr>
            <a:r>
              <a:rPr lang="de-DE" sz="2600" b="0" dirty="0">
                <a:solidFill>
                  <a:srgbClr val="FFFFFF"/>
                </a:solidFill>
                <a:latin typeface="Arial" panose="020B0604020202020204" pitchFamily="34" charset="0"/>
                <a:cs typeface="Arial" panose="020B0604020202020204" pitchFamily="34" charset="0"/>
              </a:rPr>
              <a:t>Musterstraße 1, 12345 Musterstadt</a:t>
            </a:r>
          </a:p>
          <a:p>
            <a:pPr algn="l">
              <a:lnSpc>
                <a:spcPts val="3300"/>
              </a:lnSpc>
            </a:pPr>
            <a:r>
              <a:rPr lang="de-DE" sz="2600" b="0" dirty="0">
                <a:solidFill>
                  <a:srgbClr val="FFFFFF"/>
                </a:solidFill>
                <a:latin typeface="Arial" panose="020B0604020202020204" pitchFamily="34" charset="0"/>
                <a:cs typeface="Arial" panose="020B0604020202020204" pitchFamily="34" charset="0"/>
              </a:rPr>
              <a:t>+49 711</a:t>
            </a:r>
            <a:r>
              <a:rPr lang="de-DE" sz="2600" b="0" baseline="0" dirty="0">
                <a:solidFill>
                  <a:srgbClr val="FFFFFF"/>
                </a:solidFill>
                <a:latin typeface="Arial" panose="020B0604020202020204" pitchFamily="34" charset="0"/>
                <a:cs typeface="Arial" panose="020B0604020202020204" pitchFamily="34" charset="0"/>
              </a:rPr>
              <a:t> 320 660-xx, email@dhbw.de</a:t>
            </a:r>
          </a:p>
          <a:p>
            <a:pPr algn="l">
              <a:lnSpc>
                <a:spcPts val="3300"/>
              </a:lnSpc>
            </a:pPr>
            <a:r>
              <a:rPr lang="de-DE" sz="2600" b="0" baseline="0" dirty="0">
                <a:solidFill>
                  <a:srgbClr val="FFFFFF"/>
                </a:solidFill>
                <a:latin typeface="Arial" panose="020B0604020202020204" pitchFamily="34" charset="0"/>
                <a:cs typeface="Arial" panose="020B0604020202020204" pitchFamily="34" charset="0"/>
              </a:rPr>
              <a:t>Platz für eine weitere Zeile</a:t>
            </a:r>
            <a:endParaRPr lang="de-DE" sz="2600" b="0" dirty="0">
              <a:latin typeface="Arial" panose="020B0604020202020204" pitchFamily="34" charset="0"/>
              <a:cs typeface="Arial" panose="020B0604020202020204" pitchFamily="34" charset="0"/>
            </a:endParaRPr>
          </a:p>
        </p:txBody>
      </p:sp>
      <p:sp>
        <p:nvSpPr>
          <p:cNvPr id="46" name="Textfeld 45"/>
          <p:cNvSpPr txBox="1"/>
          <p:nvPr/>
        </p:nvSpPr>
        <p:spPr>
          <a:xfrm>
            <a:off x="20396894" y="28605385"/>
            <a:ext cx="9937104" cy="965899"/>
          </a:xfrm>
          <a:prstGeom prst="rect">
            <a:avLst/>
          </a:prstGeom>
          <a:noFill/>
        </p:spPr>
        <p:txBody>
          <a:bodyPr wrap="none" lIns="1064547" tIns="183543" rIns="734170" bIns="183543" rtlCol="0">
            <a:noAutofit/>
          </a:bodyPr>
          <a:lstStyle/>
          <a:p>
            <a:r>
              <a:rPr lang="de-DE" sz="4100" dirty="0">
                <a:latin typeface="Georgia" panose="02040502050405020303" pitchFamily="18" charset="0"/>
                <a:cs typeface="Arial" panose="020B0604020202020204" pitchFamily="34" charset="0"/>
              </a:rPr>
              <a:t>Quellen</a:t>
            </a:r>
          </a:p>
        </p:txBody>
      </p:sp>
      <p:pic>
        <p:nvPicPr>
          <p:cNvPr id="39" name="Bildplatzhalter 1"/>
          <p:cNvPicPr>
            <a:picLocks noGrp="1" noChangeAspect="1"/>
          </p:cNvPicPr>
          <p:nvPr/>
        </p:nvPicPr>
        <p:blipFill>
          <a:blip r:embed="rId8">
            <a:extLst>
              <a:ext uri="{28A0092B-C50C-407E-A947-70E740481C1C}">
                <a14:useLocalDpi xmlns:a14="http://schemas.microsoft.com/office/drawing/2010/main" val="0"/>
              </a:ext>
            </a:extLst>
          </a:blip>
          <a:srcRect t="22678" b="22678"/>
          <a:stretch>
            <a:fillRect/>
          </a:stretch>
        </p:blipFill>
        <p:spPr>
          <a:xfrm>
            <a:off x="20436014" y="954313"/>
            <a:ext cx="10225136" cy="4657547"/>
          </a:xfrm>
          <a:prstGeom prst="rect">
            <a:avLst/>
          </a:prstGeom>
          <a:solidFill>
            <a:schemeClr val="bg1"/>
          </a:solidFill>
        </p:spPr>
      </p:pic>
    </p:spTree>
    <p:extLst>
      <p:ext uri="{BB962C8B-B14F-4D97-AF65-F5344CB8AC3E}">
        <p14:creationId xmlns:p14="http://schemas.microsoft.com/office/powerpoint/2010/main" val="172657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t-BR"/>
              <a:t>Titel: Musterseite mit Bild, </a:t>
            </a:r>
            <a:br>
              <a:rPr lang="pt-BR"/>
            </a:br>
            <a:r>
              <a:rPr lang="pt-BR"/>
              <a:t>Aufzählung und Tabelle</a:t>
            </a:r>
            <a:endParaRPr lang="de-DE" dirty="0"/>
          </a:p>
        </p:txBody>
      </p:sp>
      <p:sp>
        <p:nvSpPr>
          <p:cNvPr id="5" name="Inhaltsplatzhalter 4"/>
          <p:cNvSpPr>
            <a:spLocks noGrp="1"/>
          </p:cNvSpPr>
          <p:nvPr>
            <p:ph idx="1"/>
          </p:nvPr>
        </p:nvSpPr>
        <p:spPr>
          <a:xfrm>
            <a:off x="1854000" y="9365464"/>
            <a:ext cx="16308000" cy="27176327"/>
          </a:xfrm>
        </p:spPr>
        <p:txBody>
          <a:bodyPr/>
          <a:lstStyle/>
          <a:p>
            <a:r>
              <a:rPr lang="de-DE" dirty="0"/>
              <a:t>Projektziel ist die Entwicklung eines elektrischen Antriebs für ein einsitziges Hochleistungssegelflugzeug (ASG 29). Gegenüber klassischen Applikationen elektrischer Antriebe besteht die Herausforderung darin, eine möglichst große Steigrate bei möglichst geringer Masse in einem sehr beschränkten Bauraum zu erreichen. Gleichzeitig sind die verschiedenen  Anforderungen und</a:t>
            </a:r>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r>
              <a:rPr lang="de-DE" b="1" dirty="0" err="1"/>
              <a:t>Zwischenhead</a:t>
            </a:r>
            <a:endParaRPr lang="de-DE" b="1" dirty="0"/>
          </a:p>
          <a:p>
            <a:r>
              <a:rPr lang="de-DE" dirty="0"/>
              <a:t>Temperaturbereich) Anforderungen und Randbedingungen zu beachten, die sich bei dem Einbau in ein manntragendes Luftfahrzeug ergeben.</a:t>
            </a:r>
          </a:p>
          <a:p>
            <a:endParaRPr lang="de-DE" dirty="0"/>
          </a:p>
          <a:p>
            <a:r>
              <a:rPr lang="de-DE" b="1" dirty="0"/>
              <a:t>Tabelle</a:t>
            </a:r>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r>
              <a:rPr lang="de-DE" b="1" dirty="0" err="1"/>
              <a:t>Zwischenhead</a:t>
            </a:r>
            <a:endParaRPr lang="de-DE" b="1" dirty="0"/>
          </a:p>
          <a:p>
            <a:r>
              <a:rPr lang="de-DE" dirty="0"/>
              <a:t>zu beachten, die sich bei dem Einbau in ein manntragendes Luftfahrzeug ergeben (Sicherheitsanforderungen, Zuverlässigkeit, großer Temperaturbereich, ...) Anforderungen und Randbedingungen zu beachten</a:t>
            </a:r>
          </a:p>
          <a:p>
            <a:pPr lvl="1"/>
            <a:r>
              <a:rPr lang="de-DE" dirty="0"/>
              <a:t>Zweite Textebene: Aufzählungszeichen und Einzug ab der zweiten Zeile:</a:t>
            </a:r>
            <a:br>
              <a:rPr lang="de-DE" dirty="0"/>
            </a:br>
            <a:r>
              <a:rPr lang="de-DE" dirty="0"/>
              <a:t>zu der zweiten Textebene gelangt man durch Klick auf „Einzug vergrößern“. </a:t>
            </a:r>
          </a:p>
          <a:p>
            <a:pPr lvl="1"/>
            <a:r>
              <a:rPr lang="de-DE" dirty="0"/>
              <a:t>Nur über diese Funktion ist das richtige Aufzählungszeichen + Abstand gewährleistet </a:t>
            </a:r>
          </a:p>
          <a:p>
            <a:pPr lvl="1"/>
            <a:r>
              <a:rPr lang="de-DE" dirty="0"/>
              <a:t>Die Linien zwischen den Aufzählungszeichen werden manuell gesetzt</a:t>
            </a:r>
          </a:p>
          <a:p>
            <a:endParaRPr lang="de-DE" dirty="0"/>
          </a:p>
        </p:txBody>
      </p:sp>
      <p:sp>
        <p:nvSpPr>
          <p:cNvPr id="6" name="Textplatzhalter 5"/>
          <p:cNvSpPr>
            <a:spLocks noGrp="1"/>
          </p:cNvSpPr>
          <p:nvPr>
            <p:ph type="body" sz="quarter" idx="13"/>
          </p:nvPr>
        </p:nvSpPr>
        <p:spPr/>
        <p:txBody>
          <a:bodyPr/>
          <a:lstStyle/>
          <a:p>
            <a:r>
              <a:rPr lang="de-DE"/>
              <a:t>Name, Studiengang</a:t>
            </a:r>
            <a:endParaRPr lang="de-DE" dirty="0"/>
          </a:p>
        </p:txBody>
      </p:sp>
      <p:sp>
        <p:nvSpPr>
          <p:cNvPr id="17" name="Textplatzhalter 16"/>
          <p:cNvSpPr>
            <a:spLocks noGrp="1"/>
          </p:cNvSpPr>
          <p:nvPr>
            <p:ph type="body" sz="quarter" idx="14"/>
          </p:nvPr>
        </p:nvSpPr>
        <p:spPr/>
        <p:txBody>
          <a:bodyPr/>
          <a:lstStyle/>
          <a:p>
            <a:r>
              <a:rPr lang="de-DE" dirty="0"/>
              <a:t>Erste Textebene: Fließtext ohne Einrückung ab der zweiten Zeile. Projektziel ist die Entwicklung eines elektrischen Antriebs für ein einsitziges</a:t>
            </a:r>
          </a:p>
          <a:p>
            <a:pPr lvl="1"/>
            <a:r>
              <a:rPr lang="de-DE" dirty="0"/>
              <a:t>Zweite Textebene: Aufzählungszeichen und Einzug ab der zweiten Zeile: zu der zweiten Textebene gelangt man durch Klick auf „Einzug vergrößern“. </a:t>
            </a:r>
          </a:p>
          <a:p>
            <a:pPr lvl="1"/>
            <a:r>
              <a:rPr lang="de-DE" dirty="0"/>
              <a:t>Nur über diese Funktion ist das richtige Aufzählungszeichen + Abstand gewährleistet </a:t>
            </a:r>
          </a:p>
          <a:p>
            <a:pPr lvl="1"/>
            <a:r>
              <a:rPr lang="de-DE" dirty="0"/>
              <a:t>Die Linien werden manuell gesetzt, 1 Pt.</a:t>
            </a:r>
          </a:p>
          <a:p>
            <a:pPr lvl="1"/>
            <a:endParaRPr lang="de-DE" dirty="0"/>
          </a:p>
        </p:txBody>
      </p:sp>
      <p:sp>
        <p:nvSpPr>
          <p:cNvPr id="18" name="Textplatzhalter 17"/>
          <p:cNvSpPr>
            <a:spLocks noGrp="1"/>
          </p:cNvSpPr>
          <p:nvPr>
            <p:ph type="body" sz="quarter" idx="15"/>
          </p:nvPr>
        </p:nvSpPr>
        <p:spPr/>
        <p:txBody>
          <a:bodyPr/>
          <a:lstStyle/>
          <a:p>
            <a:r>
              <a:rPr lang="de-DE" dirty="0"/>
              <a:t>beachten, die sich bei dem Einbau in ein manntragendes sich bei dem Einbau in ein manntragendes Luftfahrzeug ergeben (Sicherheitsanforderungen sich bei dem Einbau in ein manntragendes Luftfahrzeug ergeben. </a:t>
            </a:r>
            <a:r>
              <a:rPr lang="de-DE" dirty="0" err="1"/>
              <a:t>Ehendus</a:t>
            </a:r>
            <a:r>
              <a:rPr lang="de-DE" dirty="0"/>
              <a:t> </a:t>
            </a:r>
            <a:r>
              <a:rPr lang="de-DE" dirty="0" err="1"/>
              <a:t>entiuntius</a:t>
            </a:r>
            <a:r>
              <a:rPr lang="de-DE" dirty="0"/>
              <a:t> </a:t>
            </a:r>
            <a:r>
              <a:rPr lang="de-DE" dirty="0" err="1"/>
              <a:t>repremp</a:t>
            </a:r>
            <a:r>
              <a:rPr lang="de-DE" dirty="0"/>
              <a:t> </a:t>
            </a:r>
            <a:r>
              <a:rPr lang="de-DE" dirty="0" err="1"/>
              <a:t>orerum</a:t>
            </a:r>
            <a:r>
              <a:rPr lang="de-DE" dirty="0"/>
              <a:t> </a:t>
            </a:r>
            <a:r>
              <a:rPr lang="de-DE" dirty="0" err="1"/>
              <a:t>fugiti</a:t>
            </a:r>
            <a:endParaRPr lang="de-DE" dirty="0"/>
          </a:p>
        </p:txBody>
      </p:sp>
      <p:sp>
        <p:nvSpPr>
          <p:cNvPr id="38" name="Textplatzhalter 37"/>
          <p:cNvSpPr>
            <a:spLocks noGrp="1"/>
          </p:cNvSpPr>
          <p:nvPr>
            <p:ph type="body" sz="quarter" idx="20"/>
          </p:nvPr>
        </p:nvSpPr>
        <p:spPr/>
        <p:txBody>
          <a:bodyPr/>
          <a:lstStyle/>
          <a:p>
            <a:pPr>
              <a:lnSpc>
                <a:spcPts val="3671"/>
              </a:lnSpc>
            </a:pPr>
            <a:r>
              <a:rPr lang="de-DE" sz="3000" dirty="0"/>
              <a:t>Hier erste Textebene: Aufzählungspunkt beachten, die sich bei dem Einbau in ein manntragendes sich bei dem Einbau in ein manntragendes Luftfahrzeug ergeben </a:t>
            </a:r>
          </a:p>
          <a:p>
            <a:pPr>
              <a:lnSpc>
                <a:spcPts val="3671"/>
              </a:lnSpc>
            </a:pPr>
            <a:r>
              <a:rPr lang="de-DE" sz="3000" dirty="0"/>
              <a:t>Die Linien zwischen den Aufzählungszeichen werden manuell gesetzt, Stärke: 1 Pt.</a:t>
            </a:r>
          </a:p>
        </p:txBody>
      </p:sp>
      <p:pic>
        <p:nvPicPr>
          <p:cNvPr id="20" name="Bildplatzhalter 19"/>
          <p:cNvPicPr>
            <a:picLocks noGrp="1" noChangeAspect="1"/>
          </p:cNvPicPr>
          <p:nvPr>
            <p:ph type="pic" sz="quarter" idx="16"/>
          </p:nvPr>
        </p:nvPicPr>
        <p:blipFill rotWithShape="1">
          <a:blip r:embed="rId2" cstate="email">
            <a:extLst>
              <a:ext uri="{28A0092B-C50C-407E-A947-70E740481C1C}">
                <a14:useLocalDpi xmlns:a14="http://schemas.microsoft.com/office/drawing/2010/main"/>
              </a:ext>
            </a:extLst>
          </a:blip>
          <a:srcRect t="60" b="60"/>
          <a:stretch/>
        </p:blipFill>
        <p:spPr/>
      </p:pic>
      <p:pic>
        <p:nvPicPr>
          <p:cNvPr id="21" name="Bildplatzhalter 20"/>
          <p:cNvPicPr>
            <a:picLocks noGrp="1" noChangeAspect="1"/>
          </p:cNvPicPr>
          <p:nvPr>
            <p:ph type="pic" sz="quarter" idx="17"/>
          </p:nvPr>
        </p:nvPicPr>
        <p:blipFill rotWithShape="1">
          <a:blip r:embed="rId3" cstate="email">
            <a:extLst>
              <a:ext uri="{28A0092B-C50C-407E-A947-70E740481C1C}">
                <a14:useLocalDpi xmlns:a14="http://schemas.microsoft.com/office/drawing/2010/main"/>
              </a:ext>
            </a:extLst>
          </a:blip>
          <a:srcRect l="77" r="77"/>
          <a:stretch/>
        </p:blipFill>
        <p:spPr/>
      </p:pic>
      <p:pic>
        <p:nvPicPr>
          <p:cNvPr id="22" name="Bildplatzhalter 21"/>
          <p:cNvPicPr>
            <a:picLocks noGrp="1" noChangeAspect="1"/>
          </p:cNvPicPr>
          <p:nvPr>
            <p:ph type="pic" sz="quarter" idx="18"/>
          </p:nvPr>
        </p:nvPicPr>
        <p:blipFill rotWithShape="1">
          <a:blip r:embed="rId4" cstate="email">
            <a:extLst>
              <a:ext uri="{28A0092B-C50C-407E-A947-70E740481C1C}">
                <a14:useLocalDpi xmlns:a14="http://schemas.microsoft.com/office/drawing/2010/main"/>
              </a:ext>
            </a:extLst>
          </a:blip>
          <a:srcRect t="60" b="60"/>
          <a:stretch/>
        </p:blipFill>
        <p:spPr/>
      </p:pic>
      <p:pic>
        <p:nvPicPr>
          <p:cNvPr id="23" name="Bildplatzhalter 22"/>
          <p:cNvPicPr>
            <a:picLocks noGrp="1" noChangeAspect="1"/>
          </p:cNvPicPr>
          <p:nvPr>
            <p:ph type="pic" sz="quarter" idx="19"/>
          </p:nvPr>
        </p:nvPicPr>
        <p:blipFill rotWithShape="1">
          <a:blip r:embed="rId5" cstate="email">
            <a:extLst>
              <a:ext uri="{28A0092B-C50C-407E-A947-70E740481C1C}">
                <a14:useLocalDpi xmlns:a14="http://schemas.microsoft.com/office/drawing/2010/main"/>
              </a:ext>
            </a:extLst>
          </a:blip>
          <a:srcRect l="77" r="77"/>
          <a:stretch/>
        </p:blipFill>
        <p:spPr/>
      </p:pic>
      <p:pic>
        <p:nvPicPr>
          <p:cNvPr id="2" name="Bildplatzhalter 1"/>
          <p:cNvPicPr>
            <a:picLocks noGrp="1" noChangeAspect="1"/>
          </p:cNvPicPr>
          <p:nvPr>
            <p:ph type="pic" sz="quarter" idx="21"/>
          </p:nvPr>
        </p:nvPicPr>
        <p:blipFill>
          <a:blip r:embed="rId6" cstate="email">
            <a:extLst>
              <a:ext uri="{28A0092B-C50C-407E-A947-70E740481C1C}">
                <a14:useLocalDpi xmlns:a14="http://schemas.microsoft.com/office/drawing/2010/main"/>
              </a:ext>
            </a:extLst>
          </a:blip>
          <a:srcRect t="8392" b="8392"/>
          <a:stretch>
            <a:fillRect/>
          </a:stretch>
        </p:blipFill>
        <p:spPr/>
      </p:pic>
      <p:pic>
        <p:nvPicPr>
          <p:cNvPr id="7" name="Bildplatzhalter 6"/>
          <p:cNvPicPr>
            <a:picLocks noGrp="1" noChangeAspect="1"/>
          </p:cNvPicPr>
          <p:nvPr>
            <p:ph type="pic" sz="quarter" idx="22"/>
          </p:nvPr>
        </p:nvPicPr>
        <p:blipFill>
          <a:blip r:embed="rId6" cstate="email">
            <a:extLst>
              <a:ext uri="{28A0092B-C50C-407E-A947-70E740481C1C}">
                <a14:useLocalDpi xmlns:a14="http://schemas.microsoft.com/office/drawing/2010/main"/>
              </a:ext>
            </a:extLst>
          </a:blip>
          <a:srcRect t="2261" b="2261"/>
          <a:stretch>
            <a:fillRect/>
          </a:stretch>
        </p:blipFill>
        <p:spPr/>
      </p:pic>
      <p:pic>
        <p:nvPicPr>
          <p:cNvPr id="3" name="Bildplatzhalter 2"/>
          <p:cNvPicPr>
            <a:picLocks noGrp="1" noChangeAspect="1"/>
          </p:cNvPicPr>
          <p:nvPr>
            <p:ph type="pic" sz="quarter" idx="24"/>
          </p:nvPr>
        </p:nvPicPr>
        <p:blipFill>
          <a:blip r:embed="rId6" cstate="email">
            <a:extLst>
              <a:ext uri="{28A0092B-C50C-407E-A947-70E740481C1C}">
                <a14:useLocalDpi xmlns:a14="http://schemas.microsoft.com/office/drawing/2010/main"/>
              </a:ext>
            </a:extLst>
          </a:blip>
          <a:srcRect t="8392" b="8392"/>
          <a:stretch>
            <a:fillRect/>
          </a:stretch>
        </p:blipFill>
        <p:spPr/>
      </p:pic>
      <p:sp>
        <p:nvSpPr>
          <p:cNvPr id="26" name="Textplatzhalter 25"/>
          <p:cNvSpPr>
            <a:spLocks noGrp="1"/>
          </p:cNvSpPr>
          <p:nvPr>
            <p:ph type="body" sz="quarter" idx="23"/>
          </p:nvPr>
        </p:nvSpPr>
        <p:spPr/>
        <p:txBody>
          <a:bodyPr/>
          <a:lstStyle/>
          <a:p>
            <a:r>
              <a:rPr lang="de-DE"/>
              <a:t>Bildunterschrift</a:t>
            </a:r>
            <a:endParaRPr lang="de-DE" dirty="0"/>
          </a:p>
        </p:txBody>
      </p:sp>
      <p:cxnSp>
        <p:nvCxnSpPr>
          <p:cNvPr id="53" name="Gerade Verbindung 52"/>
          <p:cNvCxnSpPr/>
          <p:nvPr/>
        </p:nvCxnSpPr>
        <p:spPr>
          <a:xfrm>
            <a:off x="2648582" y="32968777"/>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8" name="Gerade Verbindung 67"/>
          <p:cNvCxnSpPr/>
          <p:nvPr/>
        </p:nvCxnSpPr>
        <p:spPr>
          <a:xfrm>
            <a:off x="2648581" y="35244669"/>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6" name="Gerade Verbindung 75"/>
          <p:cNvCxnSpPr/>
          <p:nvPr/>
        </p:nvCxnSpPr>
        <p:spPr>
          <a:xfrm>
            <a:off x="2648581" y="34366025"/>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graphicFrame>
        <p:nvGraphicFramePr>
          <p:cNvPr id="25" name="Tabelle 24"/>
          <p:cNvGraphicFramePr>
            <a:graphicFrameLocks noGrp="1"/>
          </p:cNvGraphicFramePr>
          <p:nvPr>
            <p:extLst>
              <p:ext uri="{D42A27DB-BD31-4B8C-83A1-F6EECF244321}">
                <p14:modId xmlns:p14="http://schemas.microsoft.com/office/powerpoint/2010/main" val="826197206"/>
              </p:ext>
            </p:extLst>
          </p:nvPr>
        </p:nvGraphicFramePr>
        <p:xfrm>
          <a:off x="2178870" y="20396473"/>
          <a:ext cx="15506355" cy="7532567"/>
        </p:xfrm>
        <a:graphic>
          <a:graphicData uri="http://schemas.openxmlformats.org/drawingml/2006/table">
            <a:tbl>
              <a:tblPr firstRow="1" bandRow="1">
                <a:tableStyleId>{5C22544A-7EE6-4342-B048-85BDC9FD1C3A}</a:tableStyleId>
              </a:tblPr>
              <a:tblGrid>
                <a:gridCol w="212632">
                  <a:extLst>
                    <a:ext uri="{9D8B030D-6E8A-4147-A177-3AD203B41FA5}">
                      <a16:colId xmlns:a16="http://schemas.microsoft.com/office/drawing/2014/main" val="20000"/>
                    </a:ext>
                  </a:extLst>
                </a:gridCol>
                <a:gridCol w="4068556">
                  <a:extLst>
                    <a:ext uri="{9D8B030D-6E8A-4147-A177-3AD203B41FA5}">
                      <a16:colId xmlns:a16="http://schemas.microsoft.com/office/drawing/2014/main" val="20001"/>
                    </a:ext>
                  </a:extLst>
                </a:gridCol>
                <a:gridCol w="911289">
                  <a:extLst>
                    <a:ext uri="{9D8B030D-6E8A-4147-A177-3AD203B41FA5}">
                      <a16:colId xmlns:a16="http://schemas.microsoft.com/office/drawing/2014/main" val="20002"/>
                    </a:ext>
                  </a:extLst>
                </a:gridCol>
                <a:gridCol w="1122361">
                  <a:extLst>
                    <a:ext uri="{9D8B030D-6E8A-4147-A177-3AD203B41FA5}">
                      <a16:colId xmlns:a16="http://schemas.microsoft.com/office/drawing/2014/main" val="20003"/>
                    </a:ext>
                  </a:extLst>
                </a:gridCol>
                <a:gridCol w="1122361">
                  <a:extLst>
                    <a:ext uri="{9D8B030D-6E8A-4147-A177-3AD203B41FA5}">
                      <a16:colId xmlns:a16="http://schemas.microsoft.com/office/drawing/2014/main" val="20004"/>
                    </a:ext>
                  </a:extLst>
                </a:gridCol>
                <a:gridCol w="420885">
                  <a:extLst>
                    <a:ext uri="{9D8B030D-6E8A-4147-A177-3AD203B41FA5}">
                      <a16:colId xmlns:a16="http://schemas.microsoft.com/office/drawing/2014/main" val="20005"/>
                    </a:ext>
                  </a:extLst>
                </a:gridCol>
                <a:gridCol w="212632">
                  <a:extLst>
                    <a:ext uri="{9D8B030D-6E8A-4147-A177-3AD203B41FA5}">
                      <a16:colId xmlns:a16="http://schemas.microsoft.com/office/drawing/2014/main" val="20006"/>
                    </a:ext>
                  </a:extLst>
                </a:gridCol>
                <a:gridCol w="4068556">
                  <a:extLst>
                    <a:ext uri="{9D8B030D-6E8A-4147-A177-3AD203B41FA5}">
                      <a16:colId xmlns:a16="http://schemas.microsoft.com/office/drawing/2014/main" val="20007"/>
                    </a:ext>
                  </a:extLst>
                </a:gridCol>
                <a:gridCol w="1122361">
                  <a:extLst>
                    <a:ext uri="{9D8B030D-6E8A-4147-A177-3AD203B41FA5}">
                      <a16:colId xmlns:a16="http://schemas.microsoft.com/office/drawing/2014/main" val="20008"/>
                    </a:ext>
                  </a:extLst>
                </a:gridCol>
                <a:gridCol w="1122361">
                  <a:extLst>
                    <a:ext uri="{9D8B030D-6E8A-4147-A177-3AD203B41FA5}">
                      <a16:colId xmlns:a16="http://schemas.microsoft.com/office/drawing/2014/main" val="20009"/>
                    </a:ext>
                  </a:extLst>
                </a:gridCol>
                <a:gridCol w="1122361">
                  <a:extLst>
                    <a:ext uri="{9D8B030D-6E8A-4147-A177-3AD203B41FA5}">
                      <a16:colId xmlns:a16="http://schemas.microsoft.com/office/drawing/2014/main" val="20010"/>
                    </a:ext>
                  </a:extLst>
                </a:gridCol>
              </a:tblGrid>
              <a:tr h="870249">
                <a:tc>
                  <a:txBody>
                    <a:bodyPr/>
                    <a:lstStyle/>
                    <a:p>
                      <a:r>
                        <a:rPr lang="de-DE" sz="2100" b="0" dirty="0">
                          <a:solidFill>
                            <a:schemeClr val="accent1"/>
                          </a:solidFill>
                          <a:latin typeface="Arial" panose="020B0604020202020204" pitchFamily="34" charset="0"/>
                          <a:cs typeface="Arial" panose="020B0604020202020204" pitchFamily="34" charset="0"/>
                        </a:rPr>
                        <a:t>»</a:t>
                      </a:r>
                    </a:p>
                  </a:txBody>
                  <a:tcPr marL="0" marR="92142" marT="47588" marB="475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dirty="0">
                          <a:solidFill>
                            <a:schemeClr val="accent1"/>
                          </a:solidFill>
                          <a:latin typeface="Arial" panose="020B0604020202020204" pitchFamily="34" charset="0"/>
                          <a:cs typeface="Arial" panose="020B0604020202020204" pitchFamily="34" charset="0"/>
                        </a:rPr>
                        <a:t>Region EU 27</a:t>
                      </a:r>
                    </a:p>
                    <a:p>
                      <a:r>
                        <a:rPr lang="de-DE" sz="2100" b="0" dirty="0">
                          <a:solidFill>
                            <a:schemeClr val="tx1"/>
                          </a:solidFill>
                          <a:latin typeface="Arial" panose="020B0604020202020204" pitchFamily="34" charset="0"/>
                          <a:cs typeface="Arial" panose="020B0604020202020204" pitchFamily="34" charset="0"/>
                        </a:rPr>
                        <a:t>potential in Mm3</a:t>
                      </a:r>
                    </a:p>
                  </a:txBody>
                  <a:tcPr marL="92142" marR="92142" marT="47588" marB="10981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2010</a:t>
                      </a:r>
                    </a:p>
                  </a:txBody>
                  <a:tcPr marL="92142" marR="92142" marT="47588" marB="10981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2020</a:t>
                      </a:r>
                    </a:p>
                  </a:txBody>
                  <a:tcPr marL="92142" marR="92142" marT="47588" marB="10981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2030</a:t>
                      </a:r>
                    </a:p>
                  </a:txBody>
                  <a:tcPr marL="92142" marR="92142" marT="47588" marB="109819"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dirty="0">
                        <a:solidFill>
                          <a:schemeClr val="tx1"/>
                        </a:solidFill>
                        <a:latin typeface="Arial" panose="020B0604020202020204" pitchFamily="34" charset="0"/>
                        <a:cs typeface="Arial" panose="020B0604020202020204" pitchFamily="34" charset="0"/>
                      </a:endParaRPr>
                    </a:p>
                  </a:txBody>
                  <a:tcPr marL="92142" marR="92142" marT="47588" marB="109819"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4176431" rtl="0" eaLnBrk="1" fontAlgn="auto" latinLnBrk="0" hangingPunct="1">
                        <a:lnSpc>
                          <a:spcPct val="100000"/>
                        </a:lnSpc>
                        <a:spcBef>
                          <a:spcPts val="0"/>
                        </a:spcBef>
                        <a:spcAft>
                          <a:spcPts val="0"/>
                        </a:spcAft>
                        <a:buClrTx/>
                        <a:buSzTx/>
                        <a:buFontTx/>
                        <a:buNone/>
                        <a:tabLst/>
                        <a:defRPr/>
                      </a:pPr>
                      <a:r>
                        <a:rPr lang="de-DE" sz="2100" b="0" dirty="0">
                          <a:solidFill>
                            <a:schemeClr val="accent1"/>
                          </a:solidFill>
                          <a:latin typeface="Arial" panose="020B0604020202020204" pitchFamily="34" charset="0"/>
                          <a:cs typeface="Arial" panose="020B0604020202020204" pitchFamily="34" charset="0"/>
                        </a:rPr>
                        <a:t>»</a:t>
                      </a:r>
                    </a:p>
                    <a:p>
                      <a:endParaRPr lang="de-DE" sz="2100" b="0" dirty="0">
                        <a:solidFill>
                          <a:schemeClr val="tx1"/>
                        </a:solidFill>
                        <a:latin typeface="Arial" panose="020B0604020202020204" pitchFamily="34" charset="0"/>
                        <a:cs typeface="Arial" panose="020B0604020202020204" pitchFamily="34" charset="0"/>
                      </a:endParaRPr>
                    </a:p>
                  </a:txBody>
                  <a:tcPr marL="0" marR="92142" marT="47588" marB="10981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a:solidFill>
                            <a:schemeClr val="accent1"/>
                          </a:solidFill>
                          <a:latin typeface="Arial" panose="020B0604020202020204" pitchFamily="34" charset="0"/>
                          <a:ea typeface="+mn-ea"/>
                          <a:cs typeface="Arial" panose="020B0604020202020204" pitchFamily="34" charset="0"/>
                        </a:rPr>
                        <a:t>IPCC Scenario: A1</a:t>
                      </a:r>
                    </a:p>
                    <a:p>
                      <a:r>
                        <a:rPr lang="de-DE" sz="2100" b="0" i="0" u="none" strike="noStrike" kern="1200" baseline="0" dirty="0" err="1">
                          <a:solidFill>
                            <a:schemeClr val="tx1"/>
                          </a:solidFill>
                          <a:latin typeface="Arial" panose="020B0604020202020204" pitchFamily="34" charset="0"/>
                          <a:ea typeface="+mn-ea"/>
                          <a:cs typeface="Arial" panose="020B0604020202020204" pitchFamily="34" charset="0"/>
                        </a:rPr>
                        <a:t>demand</a:t>
                      </a:r>
                      <a:r>
                        <a:rPr lang="de-DE" sz="2100" b="0" i="0" u="none" strike="noStrike" kern="1200" baseline="0" dirty="0">
                          <a:solidFill>
                            <a:schemeClr val="tx1"/>
                          </a:solidFill>
                          <a:latin typeface="Arial" panose="020B0604020202020204" pitchFamily="34" charset="0"/>
                          <a:ea typeface="+mn-ea"/>
                          <a:cs typeface="Arial" panose="020B0604020202020204" pitchFamily="34" charset="0"/>
                        </a:rPr>
                        <a:t> in Mm3</a:t>
                      </a:r>
                      <a:endParaRPr lang="de-DE" sz="2100" b="0" dirty="0">
                        <a:solidFill>
                          <a:schemeClr val="tx1"/>
                        </a:solidFill>
                        <a:latin typeface="Arial" panose="020B0604020202020204" pitchFamily="34" charset="0"/>
                        <a:cs typeface="Arial" panose="020B0604020202020204" pitchFamily="34" charset="0"/>
                      </a:endParaRPr>
                    </a:p>
                  </a:txBody>
                  <a:tcPr marL="92142" marR="92142" marT="47588" marB="10981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2010</a:t>
                      </a:r>
                    </a:p>
                  </a:txBody>
                  <a:tcPr marL="92142" marR="92142" marT="47588" marB="10981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2020</a:t>
                      </a:r>
                    </a:p>
                  </a:txBody>
                  <a:tcPr marL="92142" marR="92142" marT="47588" marB="10981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2030</a:t>
                      </a:r>
                    </a:p>
                  </a:txBody>
                  <a:tcPr marL="92142" marR="92142" marT="47588" marB="109819"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dirty="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dirty="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a:solidFill>
                            <a:schemeClr val="dk1"/>
                          </a:solidFill>
                          <a:latin typeface="Arial" panose="020B0604020202020204" pitchFamily="34" charset="0"/>
                          <a:ea typeface="+mn-ea"/>
                          <a:cs typeface="Arial" panose="020B0604020202020204" pitchFamily="34" charset="0"/>
                        </a:rPr>
                        <a:t>stemwood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r>
                        <a:rPr lang="de-DE" sz="2100" b="0" i="0" u="none" strike="noStrike" kern="1200" baseline="0" dirty="0" err="1">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de-DE" sz="2100" b="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a:solidFill>
                            <a:schemeClr val="dk1"/>
                          </a:solidFill>
                          <a:latin typeface="Arial" panose="020B0604020202020204" pitchFamily="34" charset="0"/>
                          <a:ea typeface="+mn-ea"/>
                          <a:cs typeface="Arial" panose="020B0604020202020204" pitchFamily="34" charset="0"/>
                        </a:rPr>
                        <a:t>stemwood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a:solidFill>
                            <a:schemeClr val="dk1"/>
                          </a:solidFill>
                          <a:latin typeface="Arial" panose="020B0604020202020204" pitchFamily="34" charset="0"/>
                          <a:ea typeface="+mn-ea"/>
                          <a:cs typeface="Arial" panose="020B0604020202020204" pitchFamily="34" charset="0"/>
                        </a:rPr>
                        <a:t>stemwood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100" b="0" i="0" u="none" strike="noStrike" kern="1200" baseline="0" dirty="0" err="1">
                          <a:solidFill>
                            <a:schemeClr val="dk1"/>
                          </a:solidFill>
                          <a:latin typeface="Arial" panose="020B0604020202020204" pitchFamily="34" charset="0"/>
                          <a:ea typeface="+mn-ea"/>
                          <a:cs typeface="Arial" panose="020B0604020202020204" pitchFamily="34" charset="0"/>
                        </a:rPr>
                        <a:t>landsc</a:t>
                      </a:r>
                      <a:r>
                        <a:rPr lang="en-US" sz="2100" b="0" i="0" u="none" strike="noStrike" kern="1200" baseline="0" dirty="0">
                          <a:solidFill>
                            <a:schemeClr val="dk1"/>
                          </a:solidFill>
                          <a:latin typeface="Arial" panose="020B0604020202020204" pitchFamily="34" charset="0"/>
                          <a:ea typeface="+mn-ea"/>
                          <a:cs typeface="Arial" panose="020B0604020202020204" pitchFamily="34" charset="0"/>
                        </a:rPr>
                        <a:t>. care wood (USE)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r" defTabSz="4176431" rtl="0" eaLnBrk="1" fontAlgn="auto" latinLnBrk="0" hangingPunct="1">
                        <a:lnSpc>
                          <a:spcPct val="100000"/>
                        </a:lnSpc>
                        <a:spcBef>
                          <a:spcPts val="0"/>
                        </a:spcBef>
                        <a:spcAft>
                          <a:spcPts val="0"/>
                        </a:spcAft>
                        <a:buClrTx/>
                        <a:buSzTx/>
                        <a:buFontTx/>
                        <a:buNone/>
                        <a:tabLst/>
                        <a:defRPr/>
                      </a:pP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r" defTabSz="4176431" rtl="0" eaLnBrk="1" fontAlgn="auto" latinLnBrk="0" hangingPunct="1">
                        <a:lnSpc>
                          <a:spcPct val="100000"/>
                        </a:lnSpc>
                        <a:spcBef>
                          <a:spcPts val="0"/>
                        </a:spcBef>
                        <a:spcAft>
                          <a:spcPts val="0"/>
                        </a:spcAft>
                        <a:buClrTx/>
                        <a:buSzTx/>
                        <a:buFontTx/>
                        <a:buNone/>
                        <a:tabLst/>
                        <a:defRPr/>
                      </a:pP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r" defTabSz="4176431" rtl="0" eaLnBrk="1" fontAlgn="auto" latinLnBrk="0" hangingPunct="1">
                        <a:lnSpc>
                          <a:spcPct val="100000"/>
                        </a:lnSpc>
                        <a:spcBef>
                          <a:spcPts val="0"/>
                        </a:spcBef>
                        <a:spcAft>
                          <a:spcPts val="0"/>
                        </a:spcAft>
                        <a:buClrTx/>
                        <a:buSzTx/>
                        <a:buFontTx/>
                        <a:buNone/>
                        <a:tabLst/>
                        <a:defRPr/>
                      </a:pP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512486">
                <a:tc>
                  <a:txBody>
                    <a:bodyPr/>
                    <a:lstStyle/>
                    <a:p>
                      <a:endParaRPr lang="de-DE" sz="2100" b="0" dirty="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dirty="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dirty="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r>
                        <a:rPr lang="en-US" sz="2100" b="0" i="0" u="none" strike="noStrike" kern="1200" baseline="0" dirty="0" err="1">
                          <a:solidFill>
                            <a:schemeClr val="dk1"/>
                          </a:solidFill>
                          <a:latin typeface="Arial" panose="020B0604020202020204" pitchFamily="34" charset="0"/>
                          <a:ea typeface="+mn-ea"/>
                          <a:cs typeface="Arial" panose="020B0604020202020204" pitchFamily="34" charset="0"/>
                        </a:rPr>
                        <a:t>landsc</a:t>
                      </a:r>
                      <a:r>
                        <a:rPr lang="en-US" sz="2100" b="0" i="0" u="none" strike="noStrike" kern="1200" baseline="0" dirty="0">
                          <a:solidFill>
                            <a:schemeClr val="dk1"/>
                          </a:solidFill>
                          <a:latin typeface="Arial" panose="020B0604020202020204" pitchFamily="34" charset="0"/>
                          <a:ea typeface="+mn-ea"/>
                          <a:cs typeface="Arial" panose="020B0604020202020204" pitchFamily="34" charset="0"/>
                        </a:rPr>
                        <a:t>. care wood (USE)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007"/>
                  </a:ext>
                </a:extLst>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r>
                        <a:rPr lang="de-DE" sz="2100" b="0" i="0" u="none" strike="noStrike" kern="1200" baseline="0" dirty="0" err="1">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de-DE" sz="2100" b="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r>
                        <a:rPr lang="de-DE" sz="2100" b="0" i="0" u="none" strike="noStrike" kern="1200" baseline="0" dirty="0" err="1">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de-DE" sz="2100" b="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r>
                        <a:rPr lang="de-DE" sz="2100" b="0" i="0" u="none" strike="noStrike" kern="1200" baseline="0" dirty="0" err="1">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de-DE" sz="2100" b="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512486">
                <a:tc>
                  <a:txBody>
                    <a:bodyPr/>
                    <a:lstStyle/>
                    <a:p>
                      <a:endParaRPr lang="de-DE" sz="2100" b="0" dirty="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r>
                        <a:rPr lang="de-DE" sz="2100" b="0" i="0" u="none" strike="noStrike" kern="1200" baseline="0" dirty="0" err="1">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de-DE" sz="2100" b="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r>
                        <a:rPr lang="de-DE" sz="2100" b="1" i="0" u="none" strike="noStrike" kern="1200" baseline="0" dirty="0">
                          <a:solidFill>
                            <a:schemeClr val="dk1"/>
                          </a:solidFill>
                          <a:latin typeface="Arial" panose="020B0604020202020204" pitchFamily="34" charset="0"/>
                          <a:ea typeface="+mn-ea"/>
                          <a:cs typeface="Arial" panose="020B0604020202020204" pitchFamily="34" charset="0"/>
                        </a:rPr>
                        <a:t>total</a:t>
                      </a:r>
                      <a:endParaRPr lang="de-DE" sz="2100" b="1"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r"/>
                      <a:r>
                        <a:rPr lang="de-DE" sz="2100" b="1"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r"/>
                      <a:r>
                        <a:rPr lang="de-DE" sz="2100" b="1"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r"/>
                      <a:r>
                        <a:rPr lang="de-DE" sz="2100" b="1"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endParaRPr lang="de-DE" sz="2100" b="1">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1" dirty="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r>
                        <a:rPr lang="de-DE" sz="2100" b="1" dirty="0">
                          <a:solidFill>
                            <a:schemeClr val="tx1"/>
                          </a:solidFill>
                          <a:latin typeface="Arial" panose="020B0604020202020204" pitchFamily="34" charset="0"/>
                          <a:cs typeface="Arial" panose="020B0604020202020204" pitchFamily="34" charset="0"/>
                        </a:rPr>
                        <a:t>total</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r"/>
                      <a:r>
                        <a:rPr lang="de-DE" sz="2100" b="1"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r"/>
                      <a:r>
                        <a:rPr lang="de-DE" sz="2100" b="1"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r"/>
                      <a:r>
                        <a:rPr lang="de-DE" sz="2100" b="1" dirty="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0013"/>
                  </a:ext>
                </a:extLst>
              </a:tr>
            </a:tbl>
          </a:graphicData>
        </a:graphic>
      </p:graphicFrame>
      <p:cxnSp>
        <p:nvCxnSpPr>
          <p:cNvPr id="63" name="Gerade Verbindung 62"/>
          <p:cNvCxnSpPr/>
          <p:nvPr/>
        </p:nvCxnSpPr>
        <p:spPr>
          <a:xfrm>
            <a:off x="21827933" y="14608403"/>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cxnSp>
        <p:nvCxnSpPr>
          <p:cNvPr id="64" name="Gerade Verbindung 63"/>
          <p:cNvCxnSpPr/>
          <p:nvPr/>
        </p:nvCxnSpPr>
        <p:spPr>
          <a:xfrm>
            <a:off x="21827933" y="13417507"/>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cxnSp>
        <p:nvCxnSpPr>
          <p:cNvPr id="65" name="Gerade Verbindung 64"/>
          <p:cNvCxnSpPr/>
          <p:nvPr/>
        </p:nvCxnSpPr>
        <p:spPr>
          <a:xfrm>
            <a:off x="21827933" y="15394456"/>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cxnSp>
        <p:nvCxnSpPr>
          <p:cNvPr id="41" name="Gerade Verbindung 40"/>
          <p:cNvCxnSpPr/>
          <p:nvPr/>
        </p:nvCxnSpPr>
        <p:spPr>
          <a:xfrm>
            <a:off x="21827933" y="31701729"/>
            <a:ext cx="76293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Gerade Verbindung 41"/>
          <p:cNvCxnSpPr/>
          <p:nvPr/>
        </p:nvCxnSpPr>
        <p:spPr>
          <a:xfrm>
            <a:off x="21827933" y="33501929"/>
            <a:ext cx="76293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3" name="Gruppieren 42"/>
          <p:cNvGrpSpPr/>
          <p:nvPr/>
        </p:nvGrpSpPr>
        <p:grpSpPr>
          <a:xfrm>
            <a:off x="20267998" y="7951853"/>
            <a:ext cx="10476000" cy="1283380"/>
            <a:chOff x="20267998" y="7951853"/>
            <a:chExt cx="10476000" cy="1283380"/>
          </a:xfrm>
        </p:grpSpPr>
        <p:pic>
          <p:nvPicPr>
            <p:cNvPr id="51" name="Picture 2"/>
            <p:cNvPicPr>
              <a:picLocks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20267998" y="7951853"/>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52" name="Textfeld 51"/>
            <p:cNvSpPr txBox="1"/>
            <p:nvPr/>
          </p:nvSpPr>
          <p:spPr>
            <a:xfrm>
              <a:off x="20396894" y="8460377"/>
              <a:ext cx="9361040" cy="768728"/>
            </a:xfrm>
            <a:prstGeom prst="rect">
              <a:avLst/>
            </a:prstGeom>
            <a:noFill/>
          </p:spPr>
          <p:txBody>
            <a:bodyPr wrap="none" lIns="1064547" tIns="36708" rIns="734170" bIns="36708" rtlCol="0">
              <a:noAutofit/>
            </a:bodyPr>
            <a:lstStyle/>
            <a:p>
              <a:r>
                <a:rPr lang="de-DE" sz="4100" dirty="0">
                  <a:solidFill>
                    <a:schemeClr val="bg1"/>
                  </a:solidFill>
                  <a:latin typeface="Georgia" panose="02040502050405020303" pitchFamily="18" charset="0"/>
                </a:rPr>
                <a:t>Zielsetzung</a:t>
              </a:r>
            </a:p>
          </p:txBody>
        </p:sp>
      </p:grpSp>
      <p:grpSp>
        <p:nvGrpSpPr>
          <p:cNvPr id="54" name="Gruppieren 53"/>
          <p:cNvGrpSpPr/>
          <p:nvPr/>
        </p:nvGrpSpPr>
        <p:grpSpPr>
          <a:xfrm>
            <a:off x="20267998" y="16652057"/>
            <a:ext cx="10476000" cy="1283380"/>
            <a:chOff x="20267998" y="16652057"/>
            <a:chExt cx="10476000" cy="1283380"/>
          </a:xfrm>
        </p:grpSpPr>
        <p:pic>
          <p:nvPicPr>
            <p:cNvPr id="55" name="Picture 2"/>
            <p:cNvPicPr>
              <a:picLocks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20267998" y="16652057"/>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56" name="Textfeld 55"/>
            <p:cNvSpPr txBox="1"/>
            <p:nvPr/>
          </p:nvSpPr>
          <p:spPr>
            <a:xfrm>
              <a:off x="20397337" y="17149997"/>
              <a:ext cx="10170590" cy="768728"/>
            </a:xfrm>
            <a:prstGeom prst="rect">
              <a:avLst/>
            </a:prstGeom>
            <a:noFill/>
          </p:spPr>
          <p:txBody>
            <a:bodyPr wrap="none" lIns="1064547" tIns="36708" rIns="734170" bIns="36708" rtlCol="0">
              <a:noAutofit/>
            </a:bodyPr>
            <a:lstStyle/>
            <a:p>
              <a:r>
                <a:rPr lang="de-DE" sz="4100" dirty="0">
                  <a:solidFill>
                    <a:schemeClr val="bg1"/>
                  </a:solidFill>
                  <a:latin typeface="Georgia" panose="02040502050405020303" pitchFamily="18" charset="0"/>
                </a:rPr>
                <a:t>Ausblick</a:t>
              </a:r>
            </a:p>
          </p:txBody>
        </p:sp>
      </p:grpSp>
      <p:grpSp>
        <p:nvGrpSpPr>
          <p:cNvPr id="57" name="Gruppieren 56"/>
          <p:cNvGrpSpPr/>
          <p:nvPr/>
        </p:nvGrpSpPr>
        <p:grpSpPr>
          <a:xfrm>
            <a:off x="20268000" y="22196673"/>
            <a:ext cx="10476000" cy="1283380"/>
            <a:chOff x="20268000" y="22196673"/>
            <a:chExt cx="10476000" cy="1283380"/>
          </a:xfrm>
        </p:grpSpPr>
        <p:pic>
          <p:nvPicPr>
            <p:cNvPr id="58" name="Picture 2"/>
            <p:cNvPicPr>
              <a:picLocks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20268000" y="22196673"/>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59" name="Textfeld 58"/>
            <p:cNvSpPr txBox="1"/>
            <p:nvPr/>
          </p:nvSpPr>
          <p:spPr>
            <a:xfrm>
              <a:off x="20411916" y="22694613"/>
              <a:ext cx="10170590" cy="768728"/>
            </a:xfrm>
            <a:prstGeom prst="rect">
              <a:avLst/>
            </a:prstGeom>
            <a:noFill/>
          </p:spPr>
          <p:txBody>
            <a:bodyPr wrap="none" lIns="1064547" tIns="36708" rIns="734170" bIns="36708" rtlCol="0">
              <a:noAutofit/>
            </a:bodyPr>
            <a:lstStyle/>
            <a:p>
              <a:r>
                <a:rPr lang="de-DE" sz="4100" dirty="0">
                  <a:solidFill>
                    <a:schemeClr val="bg1"/>
                  </a:solidFill>
                  <a:latin typeface="Georgia" panose="02040502050405020303" pitchFamily="18" charset="0"/>
                </a:rPr>
                <a:t>Kooperative Partner</a:t>
              </a:r>
            </a:p>
          </p:txBody>
        </p:sp>
      </p:grpSp>
      <p:sp>
        <p:nvSpPr>
          <p:cNvPr id="60" name="Textfeld 59"/>
          <p:cNvSpPr txBox="1"/>
          <p:nvPr/>
        </p:nvSpPr>
        <p:spPr>
          <a:xfrm>
            <a:off x="21837054" y="41435972"/>
            <a:ext cx="7992888" cy="1269578"/>
          </a:xfrm>
          <a:prstGeom prst="rect">
            <a:avLst/>
          </a:prstGeom>
          <a:noFill/>
        </p:spPr>
        <p:txBody>
          <a:bodyPr wrap="square" lIns="0" tIns="0" rIns="0" bIns="0" rtlCol="0" anchor="ctr" anchorCtr="0">
            <a:spAutoFit/>
          </a:bodyPr>
          <a:lstStyle/>
          <a:p>
            <a:pPr algn="l">
              <a:lnSpc>
                <a:spcPts val="3300"/>
              </a:lnSpc>
            </a:pPr>
            <a:r>
              <a:rPr lang="de-DE" sz="2600" b="0" dirty="0">
                <a:solidFill>
                  <a:srgbClr val="FFFFFF"/>
                </a:solidFill>
                <a:latin typeface="Arial" panose="020B0604020202020204" pitchFamily="34" charset="0"/>
                <a:cs typeface="Arial" panose="020B0604020202020204" pitchFamily="34" charset="0"/>
              </a:rPr>
              <a:t>Musterstraße 1, 12345 Musterstadt</a:t>
            </a:r>
          </a:p>
          <a:p>
            <a:pPr algn="l">
              <a:lnSpc>
                <a:spcPts val="3300"/>
              </a:lnSpc>
            </a:pPr>
            <a:r>
              <a:rPr lang="de-DE" sz="2600" b="0" dirty="0">
                <a:solidFill>
                  <a:srgbClr val="FFFFFF"/>
                </a:solidFill>
                <a:latin typeface="Arial" panose="020B0604020202020204" pitchFamily="34" charset="0"/>
                <a:cs typeface="Arial" panose="020B0604020202020204" pitchFamily="34" charset="0"/>
              </a:rPr>
              <a:t>+49 711</a:t>
            </a:r>
            <a:r>
              <a:rPr lang="de-DE" sz="2600" b="0" baseline="0" dirty="0">
                <a:solidFill>
                  <a:srgbClr val="FFFFFF"/>
                </a:solidFill>
                <a:latin typeface="Arial" panose="020B0604020202020204" pitchFamily="34" charset="0"/>
                <a:cs typeface="Arial" panose="020B0604020202020204" pitchFamily="34" charset="0"/>
              </a:rPr>
              <a:t> 320 660-xx, email@dhbw.de</a:t>
            </a:r>
          </a:p>
          <a:p>
            <a:pPr algn="l">
              <a:lnSpc>
                <a:spcPts val="3300"/>
              </a:lnSpc>
            </a:pPr>
            <a:r>
              <a:rPr lang="de-DE" sz="2600" b="0" baseline="0" dirty="0">
                <a:solidFill>
                  <a:srgbClr val="FFFFFF"/>
                </a:solidFill>
                <a:latin typeface="Arial" panose="020B0604020202020204" pitchFamily="34" charset="0"/>
                <a:cs typeface="Arial" panose="020B0604020202020204" pitchFamily="34" charset="0"/>
              </a:rPr>
              <a:t>Platz für eine weitere Zeile</a:t>
            </a:r>
            <a:endParaRPr lang="de-DE" sz="2600" b="0" dirty="0">
              <a:latin typeface="Arial" panose="020B0604020202020204" pitchFamily="34" charset="0"/>
              <a:cs typeface="Arial" panose="020B0604020202020204" pitchFamily="34" charset="0"/>
            </a:endParaRPr>
          </a:p>
        </p:txBody>
      </p:sp>
      <p:sp>
        <p:nvSpPr>
          <p:cNvPr id="61" name="Textfeld 60"/>
          <p:cNvSpPr txBox="1"/>
          <p:nvPr/>
        </p:nvSpPr>
        <p:spPr>
          <a:xfrm>
            <a:off x="20396894" y="28605385"/>
            <a:ext cx="9937104" cy="965899"/>
          </a:xfrm>
          <a:prstGeom prst="rect">
            <a:avLst/>
          </a:prstGeom>
          <a:noFill/>
        </p:spPr>
        <p:txBody>
          <a:bodyPr wrap="none" lIns="1064547" tIns="183543" rIns="734170" bIns="183543" rtlCol="0">
            <a:noAutofit/>
          </a:bodyPr>
          <a:lstStyle/>
          <a:p>
            <a:r>
              <a:rPr lang="de-DE" sz="4100" dirty="0">
                <a:latin typeface="Georgia" panose="02040502050405020303" pitchFamily="18" charset="0"/>
                <a:cs typeface="Arial" panose="020B0604020202020204" pitchFamily="34" charset="0"/>
              </a:rPr>
              <a:t>Quellen</a:t>
            </a:r>
          </a:p>
        </p:txBody>
      </p:sp>
      <p:pic>
        <p:nvPicPr>
          <p:cNvPr id="36" name="Bildplatzhalter 1"/>
          <p:cNvPicPr>
            <a:picLocks noGrp="1" noChangeAspect="1"/>
          </p:cNvPicPr>
          <p:nvPr/>
        </p:nvPicPr>
        <p:blipFill>
          <a:blip r:embed="rId8">
            <a:extLst>
              <a:ext uri="{28A0092B-C50C-407E-A947-70E740481C1C}">
                <a14:useLocalDpi xmlns:a14="http://schemas.microsoft.com/office/drawing/2010/main" val="0"/>
              </a:ext>
            </a:extLst>
          </a:blip>
          <a:srcRect t="22678" b="22678"/>
          <a:stretch>
            <a:fillRect/>
          </a:stretch>
        </p:blipFill>
        <p:spPr>
          <a:xfrm>
            <a:off x="20518862" y="954313"/>
            <a:ext cx="10225136" cy="4657547"/>
          </a:xfrm>
          <a:prstGeom prst="rect">
            <a:avLst/>
          </a:prstGeom>
          <a:solidFill>
            <a:schemeClr val="bg1"/>
          </a:solidFill>
        </p:spPr>
      </p:pic>
    </p:spTree>
    <p:extLst>
      <p:ext uri="{BB962C8B-B14F-4D97-AF65-F5344CB8AC3E}">
        <p14:creationId xmlns:p14="http://schemas.microsoft.com/office/powerpoint/2010/main" val="2230046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uppieren 23"/>
          <p:cNvGrpSpPr/>
          <p:nvPr/>
        </p:nvGrpSpPr>
        <p:grpSpPr>
          <a:xfrm>
            <a:off x="10487969" y="20080558"/>
            <a:ext cx="7236000" cy="4832541"/>
            <a:chOff x="10244138" y="19748078"/>
            <a:chExt cx="7848600" cy="4752528"/>
          </a:xfrm>
        </p:grpSpPr>
        <p:sp>
          <p:nvSpPr>
            <p:cNvPr id="30" name="Rechteck 29"/>
            <p:cNvSpPr/>
            <p:nvPr/>
          </p:nvSpPr>
          <p:spPr>
            <a:xfrm flipV="1">
              <a:off x="10244138" y="20180126"/>
              <a:ext cx="7848600" cy="43204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1" name="Gerade Verbindung 10"/>
            <p:cNvCxnSpPr/>
            <p:nvPr/>
          </p:nvCxnSpPr>
          <p:spPr>
            <a:xfrm flipV="1">
              <a:off x="18092738" y="19748078"/>
              <a:ext cx="0" cy="47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Gerade Verbindung 12"/>
            <p:cNvCxnSpPr/>
            <p:nvPr/>
          </p:nvCxnSpPr>
          <p:spPr>
            <a:xfrm flipH="1" flipV="1">
              <a:off x="10244738" y="24500606"/>
              <a:ext cx="784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Gruppieren 14"/>
          <p:cNvGrpSpPr/>
          <p:nvPr/>
        </p:nvGrpSpPr>
        <p:grpSpPr>
          <a:xfrm>
            <a:off x="2229891" y="20080558"/>
            <a:ext cx="7236000" cy="4832541"/>
            <a:chOff x="2178050" y="19748078"/>
            <a:chExt cx="7641342" cy="4752528"/>
          </a:xfrm>
        </p:grpSpPr>
        <p:sp>
          <p:nvSpPr>
            <p:cNvPr id="9" name="Rechteck 8"/>
            <p:cNvSpPr/>
            <p:nvPr/>
          </p:nvSpPr>
          <p:spPr>
            <a:xfrm flipV="1">
              <a:off x="2178050" y="20180126"/>
              <a:ext cx="7632700" cy="43204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35" name="Gerade Verbindung 34"/>
            <p:cNvCxnSpPr/>
            <p:nvPr/>
          </p:nvCxnSpPr>
          <p:spPr>
            <a:xfrm flipV="1">
              <a:off x="9810750" y="19748078"/>
              <a:ext cx="0" cy="47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 Verbindung 15"/>
            <p:cNvCxnSpPr/>
            <p:nvPr/>
          </p:nvCxnSpPr>
          <p:spPr>
            <a:xfrm flipV="1">
              <a:off x="2187392" y="24500606"/>
              <a:ext cx="763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 name="Gruppieren 30"/>
          <p:cNvGrpSpPr/>
          <p:nvPr/>
        </p:nvGrpSpPr>
        <p:grpSpPr>
          <a:xfrm>
            <a:off x="10487969" y="25498081"/>
            <a:ext cx="7236000" cy="4832541"/>
            <a:chOff x="10244138" y="25075902"/>
            <a:chExt cx="7848600" cy="4752528"/>
          </a:xfrm>
        </p:grpSpPr>
        <p:sp>
          <p:nvSpPr>
            <p:cNvPr id="45" name="Rechteck 44"/>
            <p:cNvSpPr/>
            <p:nvPr/>
          </p:nvSpPr>
          <p:spPr>
            <a:xfrm flipV="1">
              <a:off x="10244138" y="25507950"/>
              <a:ext cx="7848600" cy="43204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6" name="Gerade Verbindung 45"/>
            <p:cNvCxnSpPr/>
            <p:nvPr/>
          </p:nvCxnSpPr>
          <p:spPr>
            <a:xfrm flipV="1">
              <a:off x="18092738" y="25075902"/>
              <a:ext cx="0" cy="47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Gerade Verbindung 46"/>
            <p:cNvCxnSpPr/>
            <p:nvPr/>
          </p:nvCxnSpPr>
          <p:spPr>
            <a:xfrm flipH="1" flipV="1">
              <a:off x="10244738" y="29828430"/>
              <a:ext cx="784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Gruppieren 9"/>
          <p:cNvGrpSpPr/>
          <p:nvPr/>
        </p:nvGrpSpPr>
        <p:grpSpPr>
          <a:xfrm>
            <a:off x="2229891" y="25498081"/>
            <a:ext cx="7236000" cy="4832541"/>
            <a:chOff x="2178050" y="25075902"/>
            <a:chExt cx="7641342" cy="4752528"/>
          </a:xfrm>
        </p:grpSpPr>
        <p:sp>
          <p:nvSpPr>
            <p:cNvPr id="49" name="Rechteck 48"/>
            <p:cNvSpPr/>
            <p:nvPr/>
          </p:nvSpPr>
          <p:spPr>
            <a:xfrm flipV="1">
              <a:off x="2178050" y="25507950"/>
              <a:ext cx="7632700" cy="43204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50" name="Gerade Verbindung 49"/>
            <p:cNvCxnSpPr/>
            <p:nvPr/>
          </p:nvCxnSpPr>
          <p:spPr>
            <a:xfrm flipV="1">
              <a:off x="9810750" y="25075902"/>
              <a:ext cx="0" cy="47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Gerade Verbindung 50"/>
            <p:cNvCxnSpPr/>
            <p:nvPr/>
          </p:nvCxnSpPr>
          <p:spPr>
            <a:xfrm flipV="1">
              <a:off x="2187392" y="29828430"/>
              <a:ext cx="763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el 3"/>
          <p:cNvSpPr>
            <a:spLocks noGrp="1"/>
          </p:cNvSpPr>
          <p:nvPr>
            <p:ph type="title"/>
          </p:nvPr>
        </p:nvSpPr>
        <p:spPr/>
        <p:txBody>
          <a:bodyPr/>
          <a:lstStyle/>
          <a:p>
            <a:r>
              <a:rPr lang="pt-BR"/>
              <a:t>Titel: Musterseite mit Bild, </a:t>
            </a:r>
            <a:br>
              <a:rPr lang="pt-BR"/>
            </a:br>
            <a:r>
              <a:rPr lang="pt-BR"/>
              <a:t>Aufzählung und Diagrammen</a:t>
            </a:r>
            <a:endParaRPr lang="de-DE" dirty="0"/>
          </a:p>
        </p:txBody>
      </p:sp>
      <p:sp>
        <p:nvSpPr>
          <p:cNvPr id="5" name="Inhaltsplatzhalter 4"/>
          <p:cNvSpPr>
            <a:spLocks noGrp="1"/>
          </p:cNvSpPr>
          <p:nvPr>
            <p:ph idx="1"/>
          </p:nvPr>
        </p:nvSpPr>
        <p:spPr>
          <a:xfrm>
            <a:off x="1854000" y="9365464"/>
            <a:ext cx="16308000" cy="28869098"/>
          </a:xfrm>
        </p:spPr>
        <p:txBody>
          <a:bodyPr/>
          <a:lstStyle/>
          <a:p>
            <a:r>
              <a:rPr lang="de-DE" dirty="0"/>
              <a:t>Projektziel ist die Entwicklung eines elektrischen Antriebs für ein einsitziges Hochleistungssegelflugzeug (ASG 29). Gegenüber klassischen Applikationen elektrischer Antriebe besteht die Herausforderung darin, eine möglichst große Steigrate bei möglichst geringer Masse in einem sehr beschränkten Bauraum zu erreichen. Gleichzeitig sind die verschiedenen  Anforderungen und</a:t>
            </a:r>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r>
              <a:rPr lang="de-DE" b="1" dirty="0" err="1"/>
              <a:t>Zwischenhead</a:t>
            </a:r>
            <a:endParaRPr lang="de-DE" b="1" dirty="0"/>
          </a:p>
          <a:p>
            <a:r>
              <a:rPr lang="de-DE" dirty="0"/>
              <a:t>Temperaturbereich, Anforderungen und Randbedingungen zu beachten, die sich bei dem Einbau in ein manntragendes Luftfahrzeug ergeben.</a:t>
            </a:r>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r>
              <a:rPr lang="de-DE" b="1" dirty="0" err="1"/>
              <a:t>Zwischenhead</a:t>
            </a:r>
            <a:endParaRPr lang="de-DE" b="1" dirty="0"/>
          </a:p>
          <a:p>
            <a:r>
              <a:rPr lang="de-DE" dirty="0"/>
              <a:t>zu beachten, die sich bei dem Einbau in ein manntragendes Luftfahrzeug ergeben (Sicherheitsanforderungen, großer Temperaturbereich, ...)</a:t>
            </a:r>
          </a:p>
          <a:p>
            <a:pPr lvl="1"/>
            <a:r>
              <a:rPr lang="de-DE" dirty="0"/>
              <a:t>Zweite Textebene: Aufzählungszeichen und Einzug ab der zweiten Zeile:</a:t>
            </a:r>
            <a:br>
              <a:rPr lang="de-DE" dirty="0"/>
            </a:br>
            <a:r>
              <a:rPr lang="de-DE" dirty="0"/>
              <a:t>zur zweiten Textebene gelangt man durch Klick auf „Einzug vergrößern“. </a:t>
            </a:r>
          </a:p>
          <a:p>
            <a:pPr lvl="1"/>
            <a:r>
              <a:rPr lang="de-DE" dirty="0"/>
              <a:t>Nur über diese Funktion ist das richtige Aufzählungszeichen + Abstand gewährleistet </a:t>
            </a:r>
          </a:p>
          <a:p>
            <a:pPr lvl="1"/>
            <a:r>
              <a:rPr lang="de-DE" dirty="0"/>
              <a:t>Die Linien zwischen den Aufzählungszeichen werden manuell gesetzt</a:t>
            </a:r>
          </a:p>
          <a:p>
            <a:endParaRPr lang="de-DE" dirty="0"/>
          </a:p>
        </p:txBody>
      </p:sp>
      <p:sp>
        <p:nvSpPr>
          <p:cNvPr id="6" name="Textplatzhalter 5"/>
          <p:cNvSpPr>
            <a:spLocks noGrp="1"/>
          </p:cNvSpPr>
          <p:nvPr>
            <p:ph type="body" sz="quarter" idx="13"/>
          </p:nvPr>
        </p:nvSpPr>
        <p:spPr/>
        <p:txBody>
          <a:bodyPr/>
          <a:lstStyle/>
          <a:p>
            <a:r>
              <a:rPr lang="de-DE"/>
              <a:t>Name, Studiengang</a:t>
            </a:r>
            <a:endParaRPr lang="de-DE" dirty="0"/>
          </a:p>
        </p:txBody>
      </p:sp>
      <p:sp>
        <p:nvSpPr>
          <p:cNvPr id="17" name="Textplatzhalter 16"/>
          <p:cNvSpPr>
            <a:spLocks noGrp="1"/>
          </p:cNvSpPr>
          <p:nvPr>
            <p:ph type="body" sz="quarter" idx="14"/>
          </p:nvPr>
        </p:nvSpPr>
        <p:spPr/>
        <p:txBody>
          <a:bodyPr/>
          <a:lstStyle/>
          <a:p>
            <a:r>
              <a:rPr lang="de-DE" dirty="0"/>
              <a:t>Erste Textebene: Fließtext ohne Einrückung ab der zweiten Zeile. Projektziel ist die Entwicklung eines elektrischen Antriebs für ein einsitziges</a:t>
            </a:r>
          </a:p>
          <a:p>
            <a:pPr lvl="1"/>
            <a:r>
              <a:rPr lang="de-DE" dirty="0"/>
              <a:t>Zweite Textebene: Aufzählungszeichen und Einzug ab der zweiten Zeile: zu der zweiten Textebene gelangt man durch Klick auf „Einzug vergrößern“. </a:t>
            </a:r>
          </a:p>
          <a:p>
            <a:pPr lvl="1"/>
            <a:r>
              <a:rPr lang="de-DE" dirty="0"/>
              <a:t>Nur über diese Funktion ist das richtige Aufzählungszeichen + Abstand gewährleistet </a:t>
            </a:r>
          </a:p>
          <a:p>
            <a:pPr lvl="1"/>
            <a:r>
              <a:rPr lang="de-DE" dirty="0"/>
              <a:t>Die Linien werden manuell gesetzt, 1 Pt.</a:t>
            </a:r>
          </a:p>
          <a:p>
            <a:pPr lvl="1"/>
            <a:endParaRPr lang="de-DE" dirty="0"/>
          </a:p>
        </p:txBody>
      </p:sp>
      <p:sp>
        <p:nvSpPr>
          <p:cNvPr id="18" name="Textplatzhalter 17"/>
          <p:cNvSpPr>
            <a:spLocks noGrp="1"/>
          </p:cNvSpPr>
          <p:nvPr>
            <p:ph type="body" sz="quarter" idx="15"/>
          </p:nvPr>
        </p:nvSpPr>
        <p:spPr/>
        <p:txBody>
          <a:bodyPr/>
          <a:lstStyle/>
          <a:p>
            <a:r>
              <a:rPr lang="de-DE" dirty="0"/>
              <a:t>beachten, die sich bei dem Einbau in ein manntragendes sich bei dem Einbau in ein manntragendes Luftfahrzeug ergeben (Sicherheitsanforderungen sich bei dem Einbau in ein manntragendes Luftfahrzeug ergeben. </a:t>
            </a:r>
            <a:r>
              <a:rPr lang="de-DE" dirty="0" err="1"/>
              <a:t>Ehendus</a:t>
            </a:r>
            <a:r>
              <a:rPr lang="de-DE" dirty="0"/>
              <a:t> </a:t>
            </a:r>
            <a:r>
              <a:rPr lang="de-DE" dirty="0" err="1"/>
              <a:t>entiuntius</a:t>
            </a:r>
            <a:r>
              <a:rPr lang="de-DE" dirty="0"/>
              <a:t> </a:t>
            </a:r>
            <a:r>
              <a:rPr lang="de-DE" dirty="0" err="1"/>
              <a:t>repremp</a:t>
            </a:r>
            <a:r>
              <a:rPr lang="de-DE" dirty="0"/>
              <a:t> </a:t>
            </a:r>
            <a:r>
              <a:rPr lang="de-DE" dirty="0" err="1"/>
              <a:t>orerum</a:t>
            </a:r>
            <a:r>
              <a:rPr lang="de-DE" dirty="0"/>
              <a:t> </a:t>
            </a:r>
            <a:r>
              <a:rPr lang="de-DE" dirty="0" err="1"/>
              <a:t>fugiti</a:t>
            </a:r>
            <a:endParaRPr lang="de-DE" dirty="0"/>
          </a:p>
        </p:txBody>
      </p:sp>
      <p:sp>
        <p:nvSpPr>
          <p:cNvPr id="38" name="Textplatzhalter 37"/>
          <p:cNvSpPr>
            <a:spLocks noGrp="1"/>
          </p:cNvSpPr>
          <p:nvPr>
            <p:ph type="body" sz="quarter" idx="20"/>
          </p:nvPr>
        </p:nvSpPr>
        <p:spPr/>
        <p:txBody>
          <a:bodyPr/>
          <a:lstStyle/>
          <a:p>
            <a:pPr>
              <a:lnSpc>
                <a:spcPts val="3671"/>
              </a:lnSpc>
            </a:pPr>
            <a:r>
              <a:rPr lang="de-DE" sz="3000" dirty="0"/>
              <a:t>Hier erste Textebene: Aufzählungspunkt beachten, die sich bei dem Einbau in ein manntragendes sich bei dem Einbau in ein manntragendes Luftfahrzeug ergeben </a:t>
            </a:r>
          </a:p>
          <a:p>
            <a:pPr>
              <a:lnSpc>
                <a:spcPts val="3671"/>
              </a:lnSpc>
            </a:pPr>
            <a:r>
              <a:rPr lang="de-DE" sz="3000" dirty="0"/>
              <a:t>Die Linien zwischen den Aufzählungszeichen werden manuell gesetzt, Stärke: 1 Pt.</a:t>
            </a:r>
          </a:p>
        </p:txBody>
      </p:sp>
      <p:pic>
        <p:nvPicPr>
          <p:cNvPr id="20" name="Bildplatzhalter 19"/>
          <p:cNvPicPr>
            <a:picLocks noGrp="1" noChangeAspect="1"/>
          </p:cNvPicPr>
          <p:nvPr>
            <p:ph type="pic" sz="quarter" idx="16"/>
          </p:nvPr>
        </p:nvPicPr>
        <p:blipFill rotWithShape="1">
          <a:blip r:embed="rId2" cstate="email">
            <a:extLst>
              <a:ext uri="{28A0092B-C50C-407E-A947-70E740481C1C}">
                <a14:useLocalDpi xmlns:a14="http://schemas.microsoft.com/office/drawing/2010/main"/>
              </a:ext>
            </a:extLst>
          </a:blip>
          <a:srcRect t="60" b="60"/>
          <a:stretch/>
        </p:blipFill>
        <p:spPr/>
      </p:pic>
      <p:pic>
        <p:nvPicPr>
          <p:cNvPr id="21" name="Bildplatzhalter 20"/>
          <p:cNvPicPr>
            <a:picLocks noGrp="1" noChangeAspect="1"/>
          </p:cNvPicPr>
          <p:nvPr>
            <p:ph type="pic" sz="quarter" idx="17"/>
          </p:nvPr>
        </p:nvPicPr>
        <p:blipFill rotWithShape="1">
          <a:blip r:embed="rId3" cstate="email">
            <a:extLst>
              <a:ext uri="{28A0092B-C50C-407E-A947-70E740481C1C}">
                <a14:useLocalDpi xmlns:a14="http://schemas.microsoft.com/office/drawing/2010/main"/>
              </a:ext>
            </a:extLst>
          </a:blip>
          <a:srcRect l="77" r="77"/>
          <a:stretch/>
        </p:blipFill>
        <p:spPr/>
      </p:pic>
      <p:pic>
        <p:nvPicPr>
          <p:cNvPr id="22" name="Bildplatzhalter 21"/>
          <p:cNvPicPr>
            <a:picLocks noGrp="1" noChangeAspect="1"/>
          </p:cNvPicPr>
          <p:nvPr>
            <p:ph type="pic" sz="quarter" idx="18"/>
          </p:nvPr>
        </p:nvPicPr>
        <p:blipFill rotWithShape="1">
          <a:blip r:embed="rId4" cstate="email">
            <a:extLst>
              <a:ext uri="{28A0092B-C50C-407E-A947-70E740481C1C}">
                <a14:useLocalDpi xmlns:a14="http://schemas.microsoft.com/office/drawing/2010/main"/>
              </a:ext>
            </a:extLst>
          </a:blip>
          <a:srcRect t="60" b="60"/>
          <a:stretch/>
        </p:blipFill>
        <p:spPr/>
      </p:pic>
      <p:pic>
        <p:nvPicPr>
          <p:cNvPr id="23" name="Bildplatzhalter 22"/>
          <p:cNvPicPr>
            <a:picLocks noGrp="1" noChangeAspect="1"/>
          </p:cNvPicPr>
          <p:nvPr>
            <p:ph type="pic" sz="quarter" idx="19"/>
          </p:nvPr>
        </p:nvPicPr>
        <p:blipFill rotWithShape="1">
          <a:blip r:embed="rId5" cstate="email">
            <a:extLst>
              <a:ext uri="{28A0092B-C50C-407E-A947-70E740481C1C}">
                <a14:useLocalDpi xmlns:a14="http://schemas.microsoft.com/office/drawing/2010/main"/>
              </a:ext>
            </a:extLst>
          </a:blip>
          <a:srcRect l="77" r="77"/>
          <a:stretch/>
        </p:blipFill>
        <p:spPr/>
      </p:pic>
      <p:pic>
        <p:nvPicPr>
          <p:cNvPr id="2" name="Bildplatzhalter 1"/>
          <p:cNvPicPr>
            <a:picLocks noGrp="1" noChangeAspect="1"/>
          </p:cNvPicPr>
          <p:nvPr>
            <p:ph type="pic" sz="quarter" idx="21"/>
          </p:nvPr>
        </p:nvPicPr>
        <p:blipFill>
          <a:blip r:embed="rId6" cstate="email">
            <a:extLst>
              <a:ext uri="{28A0092B-C50C-407E-A947-70E740481C1C}">
                <a14:useLocalDpi xmlns:a14="http://schemas.microsoft.com/office/drawing/2010/main"/>
              </a:ext>
            </a:extLst>
          </a:blip>
          <a:srcRect t="8392" b="8392"/>
          <a:stretch>
            <a:fillRect/>
          </a:stretch>
        </p:blipFill>
        <p:spPr/>
      </p:pic>
      <p:pic>
        <p:nvPicPr>
          <p:cNvPr id="7" name="Bildplatzhalter 6"/>
          <p:cNvPicPr>
            <a:picLocks noGrp="1" noChangeAspect="1"/>
          </p:cNvPicPr>
          <p:nvPr>
            <p:ph type="pic" sz="quarter" idx="22"/>
          </p:nvPr>
        </p:nvPicPr>
        <p:blipFill>
          <a:blip r:embed="rId6" cstate="email">
            <a:extLst>
              <a:ext uri="{28A0092B-C50C-407E-A947-70E740481C1C}">
                <a14:useLocalDpi xmlns:a14="http://schemas.microsoft.com/office/drawing/2010/main"/>
              </a:ext>
            </a:extLst>
          </a:blip>
          <a:srcRect t="2261" b="2261"/>
          <a:stretch>
            <a:fillRect/>
          </a:stretch>
        </p:blipFill>
        <p:spPr/>
      </p:pic>
      <p:pic>
        <p:nvPicPr>
          <p:cNvPr id="3" name="Bildplatzhalter 2"/>
          <p:cNvPicPr>
            <a:picLocks noGrp="1" noChangeAspect="1"/>
          </p:cNvPicPr>
          <p:nvPr>
            <p:ph type="pic" sz="quarter" idx="24"/>
          </p:nvPr>
        </p:nvPicPr>
        <p:blipFill>
          <a:blip r:embed="rId6" cstate="email">
            <a:extLst>
              <a:ext uri="{28A0092B-C50C-407E-A947-70E740481C1C}">
                <a14:useLocalDpi xmlns:a14="http://schemas.microsoft.com/office/drawing/2010/main"/>
              </a:ext>
            </a:extLst>
          </a:blip>
          <a:srcRect t="8392" b="8392"/>
          <a:stretch>
            <a:fillRect/>
          </a:stretch>
        </p:blipFill>
        <p:spPr/>
      </p:pic>
      <p:sp>
        <p:nvSpPr>
          <p:cNvPr id="26" name="Textplatzhalter 25"/>
          <p:cNvSpPr>
            <a:spLocks noGrp="1"/>
          </p:cNvSpPr>
          <p:nvPr>
            <p:ph type="body" sz="quarter" idx="23"/>
          </p:nvPr>
        </p:nvSpPr>
        <p:spPr/>
        <p:txBody>
          <a:bodyPr/>
          <a:lstStyle/>
          <a:p>
            <a:r>
              <a:rPr lang="de-DE"/>
              <a:t>Bildunterschrift</a:t>
            </a:r>
            <a:endParaRPr lang="de-DE" dirty="0"/>
          </a:p>
        </p:txBody>
      </p:sp>
      <p:cxnSp>
        <p:nvCxnSpPr>
          <p:cNvPr id="53" name="Gerade Verbindung 52"/>
          <p:cNvCxnSpPr/>
          <p:nvPr/>
        </p:nvCxnSpPr>
        <p:spPr>
          <a:xfrm>
            <a:off x="2648582" y="34654057"/>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8" name="Gerade Verbindung 67"/>
          <p:cNvCxnSpPr/>
          <p:nvPr/>
        </p:nvCxnSpPr>
        <p:spPr>
          <a:xfrm>
            <a:off x="2648581" y="36958313"/>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6" name="Gerade Verbindung 75"/>
          <p:cNvCxnSpPr/>
          <p:nvPr/>
        </p:nvCxnSpPr>
        <p:spPr>
          <a:xfrm>
            <a:off x="2648582" y="36079669"/>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graphicFrame>
        <p:nvGraphicFramePr>
          <p:cNvPr id="8" name="Diagramm 7"/>
          <p:cNvGraphicFramePr/>
          <p:nvPr>
            <p:extLst>
              <p:ext uri="{D42A27DB-BD31-4B8C-83A1-F6EECF244321}">
                <p14:modId xmlns:p14="http://schemas.microsoft.com/office/powerpoint/2010/main" val="178119388"/>
              </p:ext>
            </p:extLst>
          </p:nvPr>
        </p:nvGraphicFramePr>
        <p:xfrm>
          <a:off x="2106862" y="19934117"/>
          <a:ext cx="7164772" cy="497898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7" name="Diagramm 26"/>
          <p:cNvGraphicFramePr/>
          <p:nvPr>
            <p:extLst>
              <p:ext uri="{D42A27DB-BD31-4B8C-83A1-F6EECF244321}">
                <p14:modId xmlns:p14="http://schemas.microsoft.com/office/powerpoint/2010/main" val="2744885142"/>
              </p:ext>
            </p:extLst>
          </p:nvPr>
        </p:nvGraphicFramePr>
        <p:xfrm>
          <a:off x="10364940" y="19934117"/>
          <a:ext cx="7367435" cy="4978982"/>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28" name="Diagramm 27"/>
          <p:cNvGraphicFramePr/>
          <p:nvPr>
            <p:extLst>
              <p:ext uri="{D42A27DB-BD31-4B8C-83A1-F6EECF244321}">
                <p14:modId xmlns:p14="http://schemas.microsoft.com/office/powerpoint/2010/main" val="2121777015"/>
              </p:ext>
            </p:extLst>
          </p:nvPr>
        </p:nvGraphicFramePr>
        <p:xfrm>
          <a:off x="2106862" y="25352421"/>
          <a:ext cx="7164772" cy="4978982"/>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29" name="Diagramm 28"/>
          <p:cNvGraphicFramePr/>
          <p:nvPr>
            <p:extLst>
              <p:ext uri="{D42A27DB-BD31-4B8C-83A1-F6EECF244321}">
                <p14:modId xmlns:p14="http://schemas.microsoft.com/office/powerpoint/2010/main" val="2571757501"/>
              </p:ext>
            </p:extLst>
          </p:nvPr>
        </p:nvGraphicFramePr>
        <p:xfrm flipV="1">
          <a:off x="10364941" y="25352421"/>
          <a:ext cx="6634262" cy="4978982"/>
        </p:xfrm>
        <a:graphic>
          <a:graphicData uri="http://schemas.openxmlformats.org/drawingml/2006/chart">
            <c:chart xmlns:c="http://schemas.openxmlformats.org/drawingml/2006/chart" xmlns:r="http://schemas.openxmlformats.org/officeDocument/2006/relationships" r:id="rId10"/>
          </a:graphicData>
        </a:graphic>
      </p:graphicFrame>
      <p:sp>
        <p:nvSpPr>
          <p:cNvPr id="59" name="Textfeld 58"/>
          <p:cNvSpPr txBox="1"/>
          <p:nvPr/>
        </p:nvSpPr>
        <p:spPr>
          <a:xfrm>
            <a:off x="21837054" y="41435972"/>
            <a:ext cx="7992888" cy="1269578"/>
          </a:xfrm>
          <a:prstGeom prst="rect">
            <a:avLst/>
          </a:prstGeom>
          <a:noFill/>
        </p:spPr>
        <p:txBody>
          <a:bodyPr wrap="square" lIns="0" tIns="0" rIns="0" bIns="0" rtlCol="0" anchor="ctr" anchorCtr="0">
            <a:spAutoFit/>
          </a:bodyPr>
          <a:lstStyle/>
          <a:p>
            <a:pPr algn="l">
              <a:lnSpc>
                <a:spcPts val="3300"/>
              </a:lnSpc>
            </a:pPr>
            <a:r>
              <a:rPr lang="de-DE" sz="2600" b="0" dirty="0">
                <a:solidFill>
                  <a:srgbClr val="FFFFFF"/>
                </a:solidFill>
                <a:latin typeface="Arial" panose="020B0604020202020204" pitchFamily="34" charset="0"/>
                <a:cs typeface="Arial" panose="020B0604020202020204" pitchFamily="34" charset="0"/>
              </a:rPr>
              <a:t>Musterstraße 1, 12345 Musterstadt</a:t>
            </a:r>
          </a:p>
          <a:p>
            <a:pPr algn="l">
              <a:lnSpc>
                <a:spcPts val="3300"/>
              </a:lnSpc>
            </a:pPr>
            <a:r>
              <a:rPr lang="de-DE" sz="2600" b="0" dirty="0">
                <a:solidFill>
                  <a:srgbClr val="FFFFFF"/>
                </a:solidFill>
                <a:latin typeface="Arial" panose="020B0604020202020204" pitchFamily="34" charset="0"/>
                <a:cs typeface="Arial" panose="020B0604020202020204" pitchFamily="34" charset="0"/>
              </a:rPr>
              <a:t>+49 711</a:t>
            </a:r>
            <a:r>
              <a:rPr lang="de-DE" sz="2600" b="0" baseline="0" dirty="0">
                <a:solidFill>
                  <a:srgbClr val="FFFFFF"/>
                </a:solidFill>
                <a:latin typeface="Arial" panose="020B0604020202020204" pitchFamily="34" charset="0"/>
                <a:cs typeface="Arial" panose="020B0604020202020204" pitchFamily="34" charset="0"/>
              </a:rPr>
              <a:t> 320 660-xx, email@dhbw.de</a:t>
            </a:r>
          </a:p>
          <a:p>
            <a:pPr algn="l">
              <a:lnSpc>
                <a:spcPts val="3300"/>
              </a:lnSpc>
            </a:pPr>
            <a:r>
              <a:rPr lang="de-DE" sz="2600" b="0" baseline="0" dirty="0">
                <a:solidFill>
                  <a:srgbClr val="FFFFFF"/>
                </a:solidFill>
                <a:latin typeface="Arial" panose="020B0604020202020204" pitchFamily="34" charset="0"/>
                <a:cs typeface="Arial" panose="020B0604020202020204" pitchFamily="34" charset="0"/>
              </a:rPr>
              <a:t>Platz für eine weitere Zeile</a:t>
            </a:r>
            <a:endParaRPr lang="de-DE" sz="2600" b="0" dirty="0">
              <a:latin typeface="Arial" panose="020B0604020202020204" pitchFamily="34" charset="0"/>
              <a:cs typeface="Arial" panose="020B0604020202020204" pitchFamily="34" charset="0"/>
            </a:endParaRPr>
          </a:p>
        </p:txBody>
      </p:sp>
      <p:cxnSp>
        <p:nvCxnSpPr>
          <p:cNvPr id="75" name="Gerade Verbindung 74"/>
          <p:cNvCxnSpPr/>
          <p:nvPr/>
        </p:nvCxnSpPr>
        <p:spPr>
          <a:xfrm>
            <a:off x="21827933" y="14608403"/>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cxnSp>
        <p:nvCxnSpPr>
          <p:cNvPr id="87" name="Gerade Verbindung 86"/>
          <p:cNvCxnSpPr/>
          <p:nvPr/>
        </p:nvCxnSpPr>
        <p:spPr>
          <a:xfrm>
            <a:off x="21827933" y="13417507"/>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cxnSp>
        <p:nvCxnSpPr>
          <p:cNvPr id="88" name="Gerade Verbindung 87"/>
          <p:cNvCxnSpPr/>
          <p:nvPr/>
        </p:nvCxnSpPr>
        <p:spPr>
          <a:xfrm>
            <a:off x="21827933" y="15394456"/>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cxnSp>
        <p:nvCxnSpPr>
          <p:cNvPr id="60" name="Gerade Verbindung 59"/>
          <p:cNvCxnSpPr/>
          <p:nvPr/>
        </p:nvCxnSpPr>
        <p:spPr>
          <a:xfrm>
            <a:off x="21827933" y="31701729"/>
            <a:ext cx="76293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Gerade Verbindung 60"/>
          <p:cNvCxnSpPr/>
          <p:nvPr/>
        </p:nvCxnSpPr>
        <p:spPr>
          <a:xfrm>
            <a:off x="21827933" y="33501929"/>
            <a:ext cx="76293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2" name="Gruppieren 61"/>
          <p:cNvGrpSpPr/>
          <p:nvPr/>
        </p:nvGrpSpPr>
        <p:grpSpPr>
          <a:xfrm>
            <a:off x="20267998" y="7951853"/>
            <a:ext cx="10476000" cy="1283380"/>
            <a:chOff x="20267998" y="7951853"/>
            <a:chExt cx="10476000" cy="1283380"/>
          </a:xfrm>
        </p:grpSpPr>
        <p:pic>
          <p:nvPicPr>
            <p:cNvPr id="69" name="Picture 2"/>
            <p:cNvPicPr>
              <a:picLocks noChangeArrowheads="1"/>
            </p:cNvPicPr>
            <p:nvPr/>
          </p:nvPicPr>
          <p:blipFill>
            <a:blip r:embed="rId11" cstate="print">
              <a:extLst>
                <a:ext uri="{28A0092B-C50C-407E-A947-70E740481C1C}">
                  <a14:useLocalDpi xmlns:a14="http://schemas.microsoft.com/office/drawing/2010/main" val="0"/>
                </a:ext>
              </a:extLst>
            </a:blip>
            <a:stretch>
              <a:fillRect/>
            </a:stretch>
          </p:blipFill>
          <p:spPr bwMode="auto">
            <a:xfrm>
              <a:off x="20267998" y="7951853"/>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70" name="Textfeld 69"/>
            <p:cNvSpPr txBox="1"/>
            <p:nvPr/>
          </p:nvSpPr>
          <p:spPr>
            <a:xfrm>
              <a:off x="20396894" y="8460377"/>
              <a:ext cx="9361040" cy="768728"/>
            </a:xfrm>
            <a:prstGeom prst="rect">
              <a:avLst/>
            </a:prstGeom>
            <a:noFill/>
          </p:spPr>
          <p:txBody>
            <a:bodyPr wrap="none" lIns="1064547" tIns="36708" rIns="734170" bIns="36708" rtlCol="0">
              <a:noAutofit/>
            </a:bodyPr>
            <a:lstStyle/>
            <a:p>
              <a:r>
                <a:rPr lang="de-DE" sz="4100" dirty="0">
                  <a:solidFill>
                    <a:schemeClr val="bg1"/>
                  </a:solidFill>
                  <a:latin typeface="Georgia" panose="02040502050405020303" pitchFamily="18" charset="0"/>
                </a:rPr>
                <a:t>Zielsetzung</a:t>
              </a:r>
            </a:p>
          </p:txBody>
        </p:sp>
      </p:grpSp>
      <p:grpSp>
        <p:nvGrpSpPr>
          <p:cNvPr id="71" name="Gruppieren 70"/>
          <p:cNvGrpSpPr/>
          <p:nvPr/>
        </p:nvGrpSpPr>
        <p:grpSpPr>
          <a:xfrm>
            <a:off x="20267998" y="16652057"/>
            <a:ext cx="10476000" cy="1283380"/>
            <a:chOff x="20267998" y="16652057"/>
            <a:chExt cx="10476000" cy="1283380"/>
          </a:xfrm>
        </p:grpSpPr>
        <p:pic>
          <p:nvPicPr>
            <p:cNvPr id="72" name="Picture 2"/>
            <p:cNvPicPr>
              <a:picLocks noChangeArrowheads="1"/>
            </p:cNvPicPr>
            <p:nvPr/>
          </p:nvPicPr>
          <p:blipFill>
            <a:blip r:embed="rId11" cstate="print">
              <a:extLst>
                <a:ext uri="{28A0092B-C50C-407E-A947-70E740481C1C}">
                  <a14:useLocalDpi xmlns:a14="http://schemas.microsoft.com/office/drawing/2010/main" val="0"/>
                </a:ext>
              </a:extLst>
            </a:blip>
            <a:stretch>
              <a:fillRect/>
            </a:stretch>
          </p:blipFill>
          <p:spPr bwMode="auto">
            <a:xfrm>
              <a:off x="20267998" y="16652057"/>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73" name="Textfeld 72"/>
            <p:cNvSpPr txBox="1"/>
            <p:nvPr/>
          </p:nvSpPr>
          <p:spPr>
            <a:xfrm>
              <a:off x="20397337" y="17149997"/>
              <a:ext cx="10170590" cy="768728"/>
            </a:xfrm>
            <a:prstGeom prst="rect">
              <a:avLst/>
            </a:prstGeom>
            <a:noFill/>
          </p:spPr>
          <p:txBody>
            <a:bodyPr wrap="none" lIns="1064547" tIns="36708" rIns="734170" bIns="36708" rtlCol="0">
              <a:noAutofit/>
            </a:bodyPr>
            <a:lstStyle/>
            <a:p>
              <a:r>
                <a:rPr lang="de-DE" sz="4100" dirty="0">
                  <a:solidFill>
                    <a:schemeClr val="bg1"/>
                  </a:solidFill>
                  <a:latin typeface="Georgia" panose="02040502050405020303" pitchFamily="18" charset="0"/>
                </a:rPr>
                <a:t>Ausblick</a:t>
              </a:r>
            </a:p>
          </p:txBody>
        </p:sp>
      </p:grpSp>
      <p:grpSp>
        <p:nvGrpSpPr>
          <p:cNvPr id="77" name="Gruppieren 76"/>
          <p:cNvGrpSpPr/>
          <p:nvPr/>
        </p:nvGrpSpPr>
        <p:grpSpPr>
          <a:xfrm>
            <a:off x="20268000" y="22196673"/>
            <a:ext cx="10476000" cy="1283380"/>
            <a:chOff x="20268000" y="22196673"/>
            <a:chExt cx="10476000" cy="1283380"/>
          </a:xfrm>
        </p:grpSpPr>
        <p:pic>
          <p:nvPicPr>
            <p:cNvPr id="78" name="Picture 2"/>
            <p:cNvPicPr>
              <a:picLocks noChangeArrowheads="1"/>
            </p:cNvPicPr>
            <p:nvPr/>
          </p:nvPicPr>
          <p:blipFill>
            <a:blip r:embed="rId11" cstate="print">
              <a:extLst>
                <a:ext uri="{28A0092B-C50C-407E-A947-70E740481C1C}">
                  <a14:useLocalDpi xmlns:a14="http://schemas.microsoft.com/office/drawing/2010/main" val="0"/>
                </a:ext>
              </a:extLst>
            </a:blip>
            <a:stretch>
              <a:fillRect/>
            </a:stretch>
          </p:blipFill>
          <p:spPr bwMode="auto">
            <a:xfrm>
              <a:off x="20268000" y="22196673"/>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79" name="Textfeld 78"/>
            <p:cNvSpPr txBox="1"/>
            <p:nvPr/>
          </p:nvSpPr>
          <p:spPr>
            <a:xfrm>
              <a:off x="20411916" y="22694613"/>
              <a:ext cx="10170590" cy="768728"/>
            </a:xfrm>
            <a:prstGeom prst="rect">
              <a:avLst/>
            </a:prstGeom>
            <a:noFill/>
          </p:spPr>
          <p:txBody>
            <a:bodyPr wrap="none" lIns="1064547" tIns="36708" rIns="734170" bIns="36708" rtlCol="0">
              <a:noAutofit/>
            </a:bodyPr>
            <a:lstStyle/>
            <a:p>
              <a:r>
                <a:rPr lang="de-DE" sz="4100" dirty="0">
                  <a:solidFill>
                    <a:schemeClr val="bg1"/>
                  </a:solidFill>
                  <a:latin typeface="Georgia" panose="02040502050405020303" pitchFamily="18" charset="0"/>
                </a:rPr>
                <a:t>Kooperative Partner</a:t>
              </a:r>
            </a:p>
          </p:txBody>
        </p:sp>
      </p:grpSp>
      <p:sp>
        <p:nvSpPr>
          <p:cNvPr id="80" name="Textfeld 79"/>
          <p:cNvSpPr txBox="1"/>
          <p:nvPr/>
        </p:nvSpPr>
        <p:spPr>
          <a:xfrm>
            <a:off x="20396894" y="28605385"/>
            <a:ext cx="9937104" cy="965899"/>
          </a:xfrm>
          <a:prstGeom prst="rect">
            <a:avLst/>
          </a:prstGeom>
          <a:noFill/>
        </p:spPr>
        <p:txBody>
          <a:bodyPr wrap="none" lIns="1064547" tIns="183543" rIns="734170" bIns="183543" rtlCol="0">
            <a:noAutofit/>
          </a:bodyPr>
          <a:lstStyle/>
          <a:p>
            <a:r>
              <a:rPr lang="de-DE" sz="4100" dirty="0">
                <a:latin typeface="Georgia" panose="02040502050405020303" pitchFamily="18" charset="0"/>
                <a:cs typeface="Arial" panose="020B0604020202020204" pitchFamily="34" charset="0"/>
              </a:rPr>
              <a:t>Quellen</a:t>
            </a:r>
          </a:p>
        </p:txBody>
      </p:sp>
      <p:pic>
        <p:nvPicPr>
          <p:cNvPr id="55" name="Bildplatzhalter 1"/>
          <p:cNvPicPr>
            <a:picLocks noGrp="1" noChangeAspect="1"/>
          </p:cNvPicPr>
          <p:nvPr/>
        </p:nvPicPr>
        <p:blipFill>
          <a:blip r:embed="rId12">
            <a:extLst>
              <a:ext uri="{28A0092B-C50C-407E-A947-70E740481C1C}">
                <a14:useLocalDpi xmlns:a14="http://schemas.microsoft.com/office/drawing/2010/main" val="0"/>
              </a:ext>
            </a:extLst>
          </a:blip>
          <a:srcRect t="22678" b="22678"/>
          <a:stretch>
            <a:fillRect/>
          </a:stretch>
        </p:blipFill>
        <p:spPr>
          <a:xfrm>
            <a:off x="20518862" y="882305"/>
            <a:ext cx="10225136" cy="4657547"/>
          </a:xfrm>
          <a:prstGeom prst="rect">
            <a:avLst/>
          </a:prstGeom>
          <a:solidFill>
            <a:schemeClr val="bg1"/>
          </a:solidFill>
        </p:spPr>
      </p:pic>
    </p:spTree>
    <p:extLst>
      <p:ext uri="{BB962C8B-B14F-4D97-AF65-F5344CB8AC3E}">
        <p14:creationId xmlns:p14="http://schemas.microsoft.com/office/powerpoint/2010/main" val="2348171070"/>
      </p:ext>
    </p:extLst>
  </p:cSld>
  <p:clrMapOvr>
    <a:masterClrMapping/>
  </p:clrMapOvr>
</p:sld>
</file>

<file path=ppt/theme/theme1.xml><?xml version="1.0" encoding="utf-8"?>
<a:theme xmlns:a="http://schemas.openxmlformats.org/drawingml/2006/main" name="MOS_Master_Wirtschaft_250614">
  <a:themeElements>
    <a:clrScheme name="MOS">
      <a:dk1>
        <a:srgbClr val="5D686E"/>
      </a:dk1>
      <a:lt1>
        <a:sysClr val="window" lastClr="FFFFFF"/>
      </a:lt1>
      <a:dk2>
        <a:srgbClr val="5D686E"/>
      </a:dk2>
      <a:lt2>
        <a:srgbClr val="FFFFFF"/>
      </a:lt2>
      <a:accent1>
        <a:srgbClr val="E30613"/>
      </a:accent1>
      <a:accent2>
        <a:srgbClr val="293743"/>
      </a:accent2>
      <a:accent3>
        <a:srgbClr val="9BA5AA"/>
      </a:accent3>
      <a:accent4>
        <a:srgbClr val="D5DADD"/>
      </a:accent4>
      <a:accent5>
        <a:srgbClr val="EFF1F2"/>
      </a:accent5>
      <a:accent6>
        <a:srgbClr val="FFFFFF"/>
      </a:accent6>
      <a:hlink>
        <a:srgbClr val="000000"/>
      </a:hlink>
      <a:folHlink>
        <a:srgbClr val="000000"/>
      </a:folHlink>
    </a:clrScheme>
    <a:fontScheme name="MOS">
      <a:majorFont>
        <a:latin typeface="Generis Serif Com"/>
        <a:ea typeface=""/>
        <a:cs typeface=""/>
      </a:majorFont>
      <a:minorFont>
        <a:latin typeface="Generis Sans Com"/>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36000" tIns="36000" rIns="36000" bIns="36000" rtlCol="0">
        <a:spAutoFit/>
      </a:bodyPr>
      <a:lstStyle>
        <a:defPPr>
          <a:defRPr sz="3600" b="1" dirty="0"/>
        </a:defPPr>
      </a:lst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FDDE6A6E4B2C1D4694A375EE7BD2A10A" ma:contentTypeVersion="0" ma:contentTypeDescription="Ein neues Dokument erstellen." ma:contentTypeScope="" ma:versionID="68625de2cda4353510d2e397034744d9">
  <xsd:schema xmlns:xsd="http://www.w3.org/2001/XMLSchema" xmlns:xs="http://www.w3.org/2001/XMLSchema" xmlns:p="http://schemas.microsoft.com/office/2006/metadata/properties" targetNamespace="http://schemas.microsoft.com/office/2006/metadata/properties" ma:root="true" ma:fieldsID="b4f5dc90cf06628c3b90945c8266c24d">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40B5E05-B7E9-46F8-8822-6FC0E40CE427}">
  <ds:schemaRefs>
    <ds:schemaRef ds:uri="http://schemas.microsoft.com/sharepoint/v3/contenttype/forms"/>
  </ds:schemaRefs>
</ds:datastoreItem>
</file>

<file path=customXml/itemProps2.xml><?xml version="1.0" encoding="utf-8"?>
<ds:datastoreItem xmlns:ds="http://schemas.openxmlformats.org/officeDocument/2006/customXml" ds:itemID="{6E70B1F3-6B62-4ED8-8311-419B894E5C31}">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9EE857F8-A2A5-4E23-846A-E89572633C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MOS_Master_Wirtschaft_250614</Template>
  <TotalTime>53</TotalTime>
  <Words>1863</Words>
  <Application>Microsoft Office PowerPoint</Application>
  <PresentationFormat>Custom</PresentationFormat>
  <Paragraphs>306</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Generis Sans Com</vt:lpstr>
      <vt:lpstr>Georgia</vt:lpstr>
      <vt:lpstr>MOS_Master_Wirtschaft_250614</vt:lpstr>
      <vt:lpstr>Digital Twins for Predictive Maintenance in Automotive Aftersales</vt:lpstr>
      <vt:lpstr>Titel: Musterseite mit  Bild und Aufzählung</vt:lpstr>
      <vt:lpstr>Titel: Musterseite mit Bild,  Aufzählung und Tabelle</vt:lpstr>
      <vt:lpstr>Titel: Musterseite mit Bild,  Aufzählung und Diagrammen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in Generis Serif Com  90 Punkt, maximal 2 Zeilen</dc:title>
  <dc:creator>bmayer</dc:creator>
  <cp:lastModifiedBy>Joel Martinez</cp:lastModifiedBy>
  <cp:revision>58</cp:revision>
  <cp:lastPrinted>2014-05-28T13:58:56Z</cp:lastPrinted>
  <dcterms:created xsi:type="dcterms:W3CDTF">2014-06-25T11:12:07Z</dcterms:created>
  <dcterms:modified xsi:type="dcterms:W3CDTF">2026-06-23T09:57:13Z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0x010100FDDE6A6E4B2C1D4694A375EE7BD2A10A</vt:lpwstr>
  </property>
</Properties>
</file>